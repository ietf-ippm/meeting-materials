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21"/>
  </p:notesMasterIdLst>
  <p:sldIdLst>
    <p:sldId id="256" r:id="rId7"/>
    <p:sldId id="272" r:id="rId8"/>
    <p:sldId id="258" r:id="rId9"/>
    <p:sldId id="259" r:id="rId10"/>
    <p:sldId id="270" r:id="rId11"/>
    <p:sldId id="268" r:id="rId12"/>
    <p:sldId id="267" r:id="rId13"/>
    <p:sldId id="261" r:id="rId14"/>
    <p:sldId id="263" r:id="rId15"/>
    <p:sldId id="264" r:id="rId16"/>
    <p:sldId id="271" r:id="rId17"/>
    <p:sldId id="266" r:id="rId18"/>
    <p:sldId id="269" r:id="rId19"/>
    <p:sldId id="260" r:id="rId20"/>
  </p:sldIdLst>
  <p:sldSz cx="9144000" cy="5143500" type="screen16x9"/>
  <p:notesSz cx="6858000" cy="9144000"/>
  <p:embeddedFontLst>
    <p:embeddedFont>
      <p:font typeface="Inter" panose="020B0604020202020204" charset="0"/>
      <p:regular r:id="rId22"/>
      <p:bold r:id="rId23"/>
      <p:italic r:id="rId24"/>
      <p:boldItalic r:id="rId25"/>
    </p:embeddedFont>
    <p:embeddedFont>
      <p:font typeface="Montserrat" panose="00000500000000000000" pitchFamily="2" charset="0"/>
      <p:regular r:id="rId26"/>
      <p:bold r:id="rId27"/>
      <p:italic r:id="rId28"/>
      <p:boldItalic r:id="rId29"/>
    </p:embeddedFont>
    <p:embeddedFont>
      <p:font typeface="Open Sans" panose="020B0606030504020204" pitchFamily="34" charset="0"/>
      <p:regular r:id="rId30"/>
      <p:bold r:id="rId31"/>
      <p:italic r:id="rId32"/>
      <p:boldItalic r:id="rId33"/>
    </p:embeddedFont>
    <p:embeddedFont>
      <p:font typeface="Open Sans Medium" panose="020B0604020202020204" charset="0"/>
      <p:regular r:id="rId34"/>
      <p:bold r:id="rId35"/>
      <p:italic r:id="rId36"/>
      <p:boldItalic r:id="rId37"/>
    </p:embeddedFont>
    <p:embeddedFont>
      <p:font typeface="Open Sans SemiBold" panose="020B0706030804020204" pitchFamily="34" charset="0"/>
      <p:bold r:id="rId38"/>
      <p:boldItalic r:id="rId39"/>
    </p:embeddedFont>
    <p:embeddedFont>
      <p:font typeface="Roboto" panose="02000000000000000000" pitchFamily="2" charset="0"/>
      <p:regular r:id="rId40"/>
      <p:bold r:id="rId41"/>
      <p:italic r:id="rId42"/>
      <p:boldItalic r:id="rId4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F89B06-B397-4BA4-9DB6-8A81C30956C2}" v="3" dt="2025-11-04T14:39:45.8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3" d="100"/>
          <a:sy n="133" d="100"/>
        </p:scale>
        <p:origin x="906" y="12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5.fntdata"/><Relationship Id="rId39" Type="http://schemas.openxmlformats.org/officeDocument/2006/relationships/font" Target="fonts/font18.fntdata"/><Relationship Id="rId3" Type="http://schemas.openxmlformats.org/officeDocument/2006/relationships/customXml" Target="../customXml/item3.xml"/><Relationship Id="rId21" Type="http://schemas.openxmlformats.org/officeDocument/2006/relationships/notesMaster" Target="notesMasters/notesMaster1.xml"/><Relationship Id="rId34" Type="http://schemas.openxmlformats.org/officeDocument/2006/relationships/font" Target="fonts/font13.fntdata"/><Relationship Id="rId42" Type="http://schemas.openxmlformats.org/officeDocument/2006/relationships/font" Target="fonts/font21.fntdata"/><Relationship Id="rId47"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4.fntdata"/><Relationship Id="rId33" Type="http://schemas.openxmlformats.org/officeDocument/2006/relationships/font" Target="fonts/font12.fntdata"/><Relationship Id="rId38" Type="http://schemas.openxmlformats.org/officeDocument/2006/relationships/font" Target="fonts/font17.fntdata"/><Relationship Id="rId46"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font" Target="fonts/font8.fntdata"/><Relationship Id="rId41" Type="http://schemas.openxmlformats.org/officeDocument/2006/relationships/font" Target="fonts/font20.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font" Target="fonts/font16.fntdata"/><Relationship Id="rId40" Type="http://schemas.openxmlformats.org/officeDocument/2006/relationships/font" Target="fonts/font19.fntdata"/><Relationship Id="rId45"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font" Target="fonts/font15.fntdata"/><Relationship Id="rId49" Type="http://schemas.microsoft.com/office/2015/10/relationships/revisionInfo" Target="revisionInfo.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font" Target="fonts/font10.fntdata"/><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font" Target="fonts/font14.fntdata"/><Relationship Id="rId43" Type="http://schemas.openxmlformats.org/officeDocument/2006/relationships/font" Target="fonts/font22.fntdata"/><Relationship Id="rId48" Type="http://schemas.microsoft.com/office/2016/11/relationships/changesInfo" Target="changesInfos/changesInfo1.xml"/><Relationship Id="rId8"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pChg chg="mod">
          <ac:chgData name="Graf Thomas, SCS-INI-NET-VNC-E2E" userId="487bc3e3-9ce7-4cdd-b7b4-8899ea88d289" providerId="ADAL" clId="{4725F99E-EFE0-4780-BB38-6BDDFB9F73C4}" dt="2025-10-27T07:43:43.844" v="1022" actId="790"/>
          <ac:spMkLst>
            <pc:docMk/>
            <pc:sldMk cId="0" sldId="256"/>
            <ac:spMk id="99" creationId="{00000000-0000-0000-0000-000000000000}"/>
          </ac:spMkLst>
        </pc:spChg>
        <pc:spChg chg="mod">
          <ac:chgData name="Graf Thomas, SCS-INI-NET-VNC-E2E" userId="487bc3e3-9ce7-4cdd-b7b4-8899ea88d289" providerId="ADAL" clId="{4725F99E-EFE0-4780-BB38-6BDDFB9F73C4}" dt="2025-10-27T07:43:43.844" v="1022" actId="790"/>
          <ac:spMkLst>
            <pc:docMk/>
            <pc:sldMk cId="0" sldId="256"/>
            <ac:spMk id="100" creationId="{00000000-0000-0000-0000-000000000000}"/>
          </ac:spMkLst>
        </pc:spChg>
        <pc:spChg chg="mod">
          <ac:chgData name="Graf Thomas, SCS-INI-NET-VNC-E2E" userId="487bc3e3-9ce7-4cdd-b7b4-8899ea88d289" providerId="ADAL" clId="{4725F99E-EFE0-4780-BB38-6BDDFB9F73C4}" dt="2025-10-27T07:43:43.844" v="1022" actId="790"/>
          <ac:spMkLst>
            <pc:docMk/>
            <pc:sldMk cId="0" sldId="256"/>
            <ac:spMk id="101" creationId="{00000000-0000-0000-0000-000000000000}"/>
          </ac:spMkLst>
        </pc:spChg>
        <pc:spChg chg="mod">
          <ac:chgData name="Graf Thomas, SCS-INI-NET-VNC-E2E" userId="487bc3e3-9ce7-4cdd-b7b4-8899ea88d289" providerId="ADAL" clId="{4725F99E-EFE0-4780-BB38-6BDDFB9F73C4}" dt="2025-10-27T07:43:43.844" v="1022" actId="790"/>
          <ac:spMkLst>
            <pc:docMk/>
            <pc:sldMk cId="0" sldId="256"/>
            <ac:spMk id="102" creationId="{00000000-0000-0000-0000-000000000000}"/>
          </ac:spMkLst>
        </pc:spChg>
      </pc:sldChg>
      <pc:sldChg chg="modSp mod">
        <pc:chgData name="Graf Thomas, SCS-INI-NET-VNC-E2E" userId="487bc3e3-9ce7-4cdd-b7b4-8899ea88d289" providerId="ADAL" clId="{4725F99E-EFE0-4780-BB38-6BDDFB9F73C4}" dt="2025-10-27T07:43:53.689" v="1023" actId="790"/>
        <pc:sldMkLst>
          <pc:docMk/>
          <pc:sldMk cId="0" sldId="257"/>
        </pc:sldMkLst>
        <pc:spChg chg="mod">
          <ac:chgData name="Graf Thomas, SCS-INI-NET-VNC-E2E" userId="487bc3e3-9ce7-4cdd-b7b4-8899ea88d289" providerId="ADAL" clId="{4725F99E-EFE0-4780-BB38-6BDDFB9F73C4}" dt="2025-10-27T07:43:53.689" v="1023" actId="790"/>
          <ac:spMkLst>
            <pc:docMk/>
            <pc:sldMk cId="0" sldId="257"/>
            <ac:spMk id="107" creationId="{00000000-0000-0000-0000-000000000000}"/>
          </ac:spMkLst>
        </pc:spChg>
        <pc:spChg chg="mod">
          <ac:chgData name="Graf Thomas, SCS-INI-NET-VNC-E2E" userId="487bc3e3-9ce7-4cdd-b7b4-8899ea88d289" providerId="ADAL" clId="{4725F99E-EFE0-4780-BB38-6BDDFB9F73C4}" dt="2025-10-27T07:43:53.689" v="1023" actId="790"/>
          <ac:spMkLst>
            <pc:docMk/>
            <pc:sldMk cId="0" sldId="257"/>
            <ac:spMk id="108" creationId="{00000000-0000-0000-0000-000000000000}"/>
          </ac:spMkLst>
        </pc:spChg>
      </pc:sldChg>
      <pc:sldChg chg="modSp mod">
        <pc:chgData name="Graf Thomas, SCS-INI-NET-VNC-E2E" userId="487bc3e3-9ce7-4cdd-b7b4-8899ea88d289" providerId="ADAL" clId="{4725F99E-EFE0-4780-BB38-6BDDFB9F73C4}" dt="2025-10-27T07:44:00.397" v="1024" actId="790"/>
        <pc:sldMkLst>
          <pc:docMk/>
          <pc:sldMk cId="0" sldId="258"/>
        </pc:sldMkLst>
        <pc:spChg chg="mod">
          <ac:chgData name="Graf Thomas, SCS-INI-NET-VNC-E2E" userId="487bc3e3-9ce7-4cdd-b7b4-8899ea88d289" providerId="ADAL" clId="{4725F99E-EFE0-4780-BB38-6BDDFB9F73C4}" dt="2025-10-27T07:44:00.397" v="1024" actId="790"/>
          <ac:spMkLst>
            <pc:docMk/>
            <pc:sldMk cId="0" sldId="258"/>
            <ac:spMk id="113" creationId="{00000000-0000-0000-0000-000000000000}"/>
          </ac:spMkLst>
        </pc:spChg>
        <pc:spChg chg="mod">
          <ac:chgData name="Graf Thomas, SCS-INI-NET-VNC-E2E" userId="487bc3e3-9ce7-4cdd-b7b4-8899ea88d289" providerId="ADAL" clId="{4725F99E-EFE0-4780-BB38-6BDDFB9F73C4}" dt="2025-10-27T07:44:00.397" v="1024" actId="790"/>
          <ac:spMkLst>
            <pc:docMk/>
            <pc:sldMk cId="0" sldId="258"/>
            <ac:spMk id="114" creationId="{00000000-0000-0000-0000-000000000000}"/>
          </ac:spMkLst>
        </pc:spChg>
      </pc:sldChg>
      <pc:sldChg chg="modSp mod">
        <pc:chgData name="Graf Thomas, SCS-INI-NET-VNC-E2E" userId="487bc3e3-9ce7-4cdd-b7b4-8899ea88d289" providerId="ADAL" clId="{4725F99E-EFE0-4780-BB38-6BDDFB9F73C4}" dt="2025-10-27T07:44:05.500" v="1025" actId="790"/>
        <pc:sldMkLst>
          <pc:docMk/>
          <pc:sldMk cId="0" sldId="259"/>
        </pc:sldMkLst>
        <pc:spChg chg="mod">
          <ac:chgData name="Graf Thomas, SCS-INI-NET-VNC-E2E" userId="487bc3e3-9ce7-4cdd-b7b4-8899ea88d289" providerId="ADAL" clId="{4725F99E-EFE0-4780-BB38-6BDDFB9F73C4}" dt="2025-10-27T07:44:05.500" v="1025" actId="790"/>
          <ac:spMkLst>
            <pc:docMk/>
            <pc:sldMk cId="0" sldId="259"/>
            <ac:spMk id="119" creationId="{00000000-0000-0000-0000-000000000000}"/>
          </ac:spMkLst>
        </pc:spChg>
        <pc:spChg chg="mod">
          <ac:chgData name="Graf Thomas, SCS-INI-NET-VNC-E2E" userId="487bc3e3-9ce7-4cdd-b7b4-8899ea88d289" providerId="ADAL" clId="{4725F99E-EFE0-4780-BB38-6BDDFB9F73C4}" dt="2025-10-27T07:44:05.500" v="1025" actId="790"/>
          <ac:spMkLst>
            <pc:docMk/>
            <pc:sldMk cId="0" sldId="259"/>
            <ac:spMk id="120" creationId="{00000000-0000-0000-0000-000000000000}"/>
          </ac:spMkLst>
        </pc:spChg>
        <pc:spChg chg="mod">
          <ac:chgData name="Graf Thomas, SCS-INI-NET-VNC-E2E" userId="487bc3e3-9ce7-4cdd-b7b4-8899ea88d289" providerId="ADAL" clId="{4725F99E-EFE0-4780-BB38-6BDDFB9F73C4}" dt="2025-10-27T07:44:05.500" v="1025" actId="790"/>
          <ac:spMkLst>
            <pc:docMk/>
            <pc:sldMk cId="0" sldId="259"/>
            <ac:spMk id="121" creationId="{00000000-0000-0000-0000-000000000000}"/>
          </ac:spMkLst>
        </pc:spChg>
        <pc:spChg chg="mod">
          <ac:chgData name="Graf Thomas, SCS-INI-NET-VNC-E2E" userId="487bc3e3-9ce7-4cdd-b7b4-8899ea88d289" providerId="ADAL" clId="{4725F99E-EFE0-4780-BB38-6BDDFB9F73C4}" dt="2025-10-27T07:44:05.500" v="1025" actId="790"/>
          <ac:spMkLst>
            <pc:docMk/>
            <pc:sldMk cId="0" sldId="259"/>
            <ac:spMk id="122" creationId="{00000000-0000-0000-0000-000000000000}"/>
          </ac:spMkLst>
        </pc:spChg>
      </pc:sldChg>
      <pc:sldChg chg="modSp mod">
        <pc:chgData name="Graf Thomas, SCS-INI-NET-VNC-E2E" userId="487bc3e3-9ce7-4cdd-b7b4-8899ea88d289" providerId="ADAL" clId="{4725F99E-EFE0-4780-BB38-6BDDFB9F73C4}" dt="2025-10-27T07:48:29.201" v="1038" actId="14100"/>
        <pc:sldMkLst>
          <pc:docMk/>
          <pc:sldMk cId="0" sldId="260"/>
        </pc:sldMkLst>
        <pc:spChg chg="mod">
          <ac:chgData name="Graf Thomas, SCS-INI-NET-VNC-E2E" userId="487bc3e3-9ce7-4cdd-b7b4-8899ea88d289" providerId="ADAL" clId="{4725F99E-EFE0-4780-BB38-6BDDFB9F73C4}" dt="2025-10-27T07:29:40.824" v="870" actId="20577"/>
          <ac:spMkLst>
            <pc:docMk/>
            <pc:sldMk cId="0" sldId="260"/>
            <ac:spMk id="128" creationId="{00000000-0000-0000-0000-000000000000}"/>
          </ac:spMkLst>
        </pc:spChg>
        <pc:spChg chg="mod">
          <ac:chgData name="Graf Thomas, SCS-INI-NET-VNC-E2E" userId="487bc3e3-9ce7-4cdd-b7b4-8899ea88d289" providerId="ADAL" clId="{4725F99E-EFE0-4780-BB38-6BDDFB9F73C4}" dt="2025-10-27T07:48:29.201" v="1038" actId="14100"/>
          <ac:spMkLst>
            <pc:docMk/>
            <pc:sldMk cId="0" sldId="260"/>
            <ac:spMk id="130" creationId="{00000000-0000-0000-0000-000000000000}"/>
          </ac:spMkLst>
        </pc:spChg>
      </pc:sldChg>
      <pc:sldChg chg="modSp mod">
        <pc:chgData name="Graf Thomas, SCS-INI-NET-VNC-E2E" userId="487bc3e3-9ce7-4cdd-b7b4-8899ea88d289" providerId="ADAL" clId="{4725F99E-EFE0-4780-BB38-6BDDFB9F73C4}" dt="2025-10-27T07:44:34.772" v="1029" actId="790"/>
        <pc:sldMkLst>
          <pc:docMk/>
          <pc:sldMk cId="3471097262" sldId="261"/>
        </pc:sldMkLst>
        <pc:spChg chg="mod">
          <ac:chgData name="Graf Thomas, SCS-INI-NET-VNC-E2E" userId="487bc3e3-9ce7-4cdd-b7b4-8899ea88d289" providerId="ADAL" clId="{4725F99E-EFE0-4780-BB38-6BDDFB9F73C4}" dt="2025-10-27T07:44:34.772" v="1029" actId="790"/>
          <ac:spMkLst>
            <pc:docMk/>
            <pc:sldMk cId="3471097262" sldId="261"/>
            <ac:spMk id="2" creationId="{0B9E15DC-F076-98D2-1BDF-BC01FEC9047B}"/>
          </ac:spMkLst>
        </pc:spChg>
        <pc:spChg chg="mod">
          <ac:chgData name="Graf Thomas, SCS-INI-NET-VNC-E2E" userId="487bc3e3-9ce7-4cdd-b7b4-8899ea88d289" providerId="ADAL" clId="{4725F99E-EFE0-4780-BB38-6BDDFB9F73C4}" dt="2025-10-27T07:44:34.772" v="1029" actId="790"/>
          <ac:spMkLst>
            <pc:docMk/>
            <pc:sldMk cId="3471097262" sldId="261"/>
            <ac:spMk id="3" creationId="{DA4A6F5D-9442-B583-BAB9-5A102B90EC22}"/>
          </ac:spMkLst>
        </pc:spChg>
        <pc:spChg chg="mod">
          <ac:chgData name="Graf Thomas, SCS-INI-NET-VNC-E2E" userId="487bc3e3-9ce7-4cdd-b7b4-8899ea88d289" providerId="ADAL" clId="{4725F99E-EFE0-4780-BB38-6BDDFB9F73C4}" dt="2025-10-27T07:44:34.772" v="1029" actId="790"/>
          <ac:spMkLst>
            <pc:docMk/>
            <pc:sldMk cId="3471097262" sldId="261"/>
            <ac:spMk id="4" creationId="{D216BDC7-4DE9-D9D5-0725-BBEF6CFE8DF1}"/>
          </ac:spMkLst>
        </pc:spChg>
      </pc:sldChg>
      <pc:sldChg chg="addSp delSp modSp mod">
        <pc:chgData name="Graf Thomas, SCS-INI-NET-VNC-E2E" userId="487bc3e3-9ce7-4cdd-b7b4-8899ea88d289" providerId="ADAL" clId="{4725F99E-EFE0-4780-BB38-6BDDFB9F73C4}" dt="2025-10-27T07:44:42.065" v="1030" actId="790"/>
        <pc:sldMkLst>
          <pc:docMk/>
          <pc:sldMk cId="2332748115" sldId="263"/>
        </pc:sldMkLst>
        <pc:spChg chg="mod">
          <ac:chgData name="Graf Thomas, SCS-INI-NET-VNC-E2E" userId="487bc3e3-9ce7-4cdd-b7b4-8899ea88d289" providerId="ADAL" clId="{4725F99E-EFE0-4780-BB38-6BDDFB9F73C4}" dt="2025-10-27T07:44:42.065" v="1030" actId="790"/>
          <ac:spMkLst>
            <pc:docMk/>
            <pc:sldMk cId="2332748115" sldId="263"/>
            <ac:spMk id="2" creationId="{0B9E15DC-F076-98D2-1BDF-BC01FEC9047B}"/>
          </ac:spMkLst>
        </pc:spChg>
        <pc:spChg chg="mod">
          <ac:chgData name="Graf Thomas, SCS-INI-NET-VNC-E2E" userId="487bc3e3-9ce7-4cdd-b7b4-8899ea88d289" providerId="ADAL" clId="{4725F99E-EFE0-4780-BB38-6BDDFB9F73C4}" dt="2025-10-27T07:44:42.065" v="1030" actId="790"/>
          <ac:spMkLst>
            <pc:docMk/>
            <pc:sldMk cId="2332748115" sldId="263"/>
            <ac:spMk id="4" creationId="{D216BDC7-4DE9-D9D5-0725-BBEF6CFE8DF1}"/>
          </ac:spMkLst>
        </pc:spChg>
        <pc:picChg chg="add mod">
          <ac:chgData name="Graf Thomas, SCS-INI-NET-VNC-E2E" userId="487bc3e3-9ce7-4cdd-b7b4-8899ea88d289" providerId="ADAL" clId="{4725F99E-EFE0-4780-BB38-6BDDFB9F73C4}" dt="2025-10-27T07:37:15.090" v="980" actId="1076"/>
          <ac:picMkLst>
            <pc:docMk/>
            <pc:sldMk cId="2332748115" sldId="263"/>
            <ac:picMk id="5" creationId="{C77538C2-7C9A-3216-1AE2-BF708EE8B9D4}"/>
          </ac:picMkLst>
        </pc:picChg>
      </pc:sldChg>
      <pc:sldChg chg="addSp delSp modSp mod">
        <pc:chgData name="Graf Thomas, SCS-INI-NET-VNC-E2E" userId="487bc3e3-9ce7-4cdd-b7b4-8899ea88d289" providerId="ADAL" clId="{4725F99E-EFE0-4780-BB38-6BDDFB9F73C4}" dt="2025-10-27T07:48:38.632" v="1041" actId="14100"/>
        <pc:sldMkLst>
          <pc:docMk/>
          <pc:sldMk cId="703495152" sldId="264"/>
        </pc:sldMkLst>
        <pc:spChg chg="mod">
          <ac:chgData name="Graf Thomas, SCS-INI-NET-VNC-E2E" userId="487bc3e3-9ce7-4cdd-b7b4-8899ea88d289" providerId="ADAL" clId="{4725F99E-EFE0-4780-BB38-6BDDFB9F73C4}" dt="2025-10-27T07:44:47.943" v="1031" actId="790"/>
          <ac:spMkLst>
            <pc:docMk/>
            <pc:sldMk cId="703495152" sldId="264"/>
            <ac:spMk id="2" creationId="{0B9E15DC-F076-98D2-1BDF-BC01FEC9047B}"/>
          </ac:spMkLst>
        </pc:spChg>
        <pc:spChg chg="mod">
          <ac:chgData name="Graf Thomas, SCS-INI-NET-VNC-E2E" userId="487bc3e3-9ce7-4cdd-b7b4-8899ea88d289" providerId="ADAL" clId="{4725F99E-EFE0-4780-BB38-6BDDFB9F73C4}" dt="2025-10-27T07:48:38.632" v="1041" actId="14100"/>
          <ac:spMkLst>
            <pc:docMk/>
            <pc:sldMk cId="703495152" sldId="264"/>
            <ac:spMk id="4" creationId="{D216BDC7-4DE9-D9D5-0725-BBEF6CFE8DF1}"/>
          </ac:spMkLst>
        </pc:spChg>
      </pc:sldChg>
      <pc:sldChg chg="modSp mod">
        <pc:chgData name="Graf Thomas, SCS-INI-NET-VNC-E2E" userId="487bc3e3-9ce7-4cdd-b7b4-8899ea88d289" providerId="ADAL" clId="{4725F99E-EFE0-4780-BB38-6BDDFB9F73C4}" dt="2025-10-27T07:48:32.985" v="1039" actId="14100"/>
        <pc:sldMkLst>
          <pc:docMk/>
          <pc:sldMk cId="1372742302" sldId="266"/>
        </pc:sldMkLst>
        <pc:spChg chg="mod">
          <ac:chgData name="Graf Thomas, SCS-INI-NET-VNC-E2E" userId="487bc3e3-9ce7-4cdd-b7b4-8899ea88d289" providerId="ADAL" clId="{4725F99E-EFE0-4780-BB38-6BDDFB9F73C4}" dt="2025-10-27T07:44:54.836" v="1032" actId="790"/>
          <ac:spMkLst>
            <pc:docMk/>
            <pc:sldMk cId="1372742302" sldId="266"/>
            <ac:spMk id="2" creationId="{0B9E15DC-F076-98D2-1BDF-BC01FEC9047B}"/>
          </ac:spMkLst>
        </pc:spChg>
        <pc:spChg chg="mod">
          <ac:chgData name="Graf Thomas, SCS-INI-NET-VNC-E2E" userId="487bc3e3-9ce7-4cdd-b7b4-8899ea88d289" providerId="ADAL" clId="{4725F99E-EFE0-4780-BB38-6BDDFB9F73C4}" dt="2025-10-27T07:44:54.836" v="1032" actId="790"/>
          <ac:spMkLst>
            <pc:docMk/>
            <pc:sldMk cId="1372742302" sldId="266"/>
            <ac:spMk id="3" creationId="{FED4E835-D652-159B-D0CD-7FC58A509645}"/>
          </ac:spMkLst>
        </pc:spChg>
        <pc:spChg chg="mod">
          <ac:chgData name="Graf Thomas, SCS-INI-NET-VNC-E2E" userId="487bc3e3-9ce7-4cdd-b7b4-8899ea88d289" providerId="ADAL" clId="{4725F99E-EFE0-4780-BB38-6BDDFB9F73C4}" dt="2025-10-27T07:48:32.985" v="1039" actId="14100"/>
          <ac:spMkLst>
            <pc:docMk/>
            <pc:sldMk cId="1372742302" sldId="266"/>
            <ac:spMk id="4" creationId="{D216BDC7-4DE9-D9D5-0725-BBEF6CFE8DF1}"/>
          </ac:spMkLst>
        </pc:spChg>
      </pc:sldChg>
      <pc:sldChg chg="modSp mod">
        <pc:chgData name="Graf Thomas, SCS-INI-NET-VNC-E2E" userId="487bc3e3-9ce7-4cdd-b7b4-8899ea88d289" providerId="ADAL" clId="{4725F99E-EFE0-4780-BB38-6BDDFB9F73C4}" dt="2025-10-27T07:44:28.099" v="1028" actId="790"/>
        <pc:sldMkLst>
          <pc:docMk/>
          <pc:sldMk cId="1383312952" sldId="267"/>
        </pc:sldMkLst>
        <pc:spChg chg="mod">
          <ac:chgData name="Graf Thomas, SCS-INI-NET-VNC-E2E" userId="487bc3e3-9ce7-4cdd-b7b4-8899ea88d289" providerId="ADAL" clId="{4725F99E-EFE0-4780-BB38-6BDDFB9F73C4}" dt="2025-10-27T07:44:28.099" v="1028" actId="790"/>
          <ac:spMkLst>
            <pc:docMk/>
            <pc:sldMk cId="1383312952" sldId="267"/>
            <ac:spMk id="113" creationId="{00000000-0000-0000-0000-000000000000}"/>
          </ac:spMkLst>
        </pc:spChg>
        <pc:spChg chg="mod">
          <ac:chgData name="Graf Thomas, SCS-INI-NET-VNC-E2E" userId="487bc3e3-9ce7-4cdd-b7b4-8899ea88d289" providerId="ADAL" clId="{4725F99E-EFE0-4780-BB38-6BDDFB9F73C4}" dt="2025-10-27T07:44:28.099" v="1028" actId="790"/>
          <ac:spMkLst>
            <pc:docMk/>
            <pc:sldMk cId="1383312952" sldId="267"/>
            <ac:spMk id="114" creationId="{00000000-0000-0000-0000-000000000000}"/>
          </ac:spMkLst>
        </pc:spChg>
      </pc:sldChg>
      <pc:sldChg chg="modSp mod">
        <pc:chgData name="Graf Thomas, SCS-INI-NET-VNC-E2E" userId="487bc3e3-9ce7-4cdd-b7b4-8899ea88d289" providerId="ADAL" clId="{4725F99E-EFE0-4780-BB38-6BDDFB9F73C4}" dt="2025-10-27T07:44:19.944" v="1027" actId="790"/>
        <pc:sldMkLst>
          <pc:docMk/>
          <pc:sldMk cId="1659843495" sldId="268"/>
        </pc:sldMkLst>
        <pc:spChg chg="mod">
          <ac:chgData name="Graf Thomas, SCS-INI-NET-VNC-E2E" userId="487bc3e3-9ce7-4cdd-b7b4-8899ea88d289" providerId="ADAL" clId="{4725F99E-EFE0-4780-BB38-6BDDFB9F73C4}" dt="2025-10-27T07:44:19.944" v="1027" actId="790"/>
          <ac:spMkLst>
            <pc:docMk/>
            <pc:sldMk cId="1659843495" sldId="268"/>
            <ac:spMk id="113" creationId="{00000000-0000-0000-0000-000000000000}"/>
          </ac:spMkLst>
        </pc:spChg>
        <pc:spChg chg="mod">
          <ac:chgData name="Graf Thomas, SCS-INI-NET-VNC-E2E" userId="487bc3e3-9ce7-4cdd-b7b4-8899ea88d289" providerId="ADAL" clId="{4725F99E-EFE0-4780-BB38-6BDDFB9F73C4}" dt="2025-10-27T07:44:19.944" v="1027" actId="790"/>
          <ac:spMkLst>
            <pc:docMk/>
            <pc:sldMk cId="1659843495" sldId="268"/>
            <ac:spMk id="114" creationId="{00000000-0000-0000-0000-000000000000}"/>
          </ac:spMkLst>
        </pc:spChg>
      </pc:sldChg>
      <pc:sldChg chg="modSp mod">
        <pc:chgData name="Graf Thomas, SCS-INI-NET-VNC-E2E" userId="487bc3e3-9ce7-4cdd-b7b4-8899ea88d289" providerId="ADAL" clId="{4725F99E-EFE0-4780-BB38-6BDDFB9F73C4}" dt="2025-10-27T07:48:26.232" v="1037" actId="14100"/>
        <pc:sldMkLst>
          <pc:docMk/>
          <pc:sldMk cId="2128497270" sldId="269"/>
        </pc:sldMkLst>
        <pc:spChg chg="mod">
          <ac:chgData name="Graf Thomas, SCS-INI-NET-VNC-E2E" userId="487bc3e3-9ce7-4cdd-b7b4-8899ea88d289" providerId="ADAL" clId="{4725F99E-EFE0-4780-BB38-6BDDFB9F73C4}" dt="2025-10-27T07:45:01.423" v="1033" actId="790"/>
          <ac:spMkLst>
            <pc:docMk/>
            <pc:sldMk cId="2128497270" sldId="269"/>
            <ac:spMk id="2" creationId="{0B9E15DC-F076-98D2-1BDF-BC01FEC9047B}"/>
          </ac:spMkLst>
        </pc:spChg>
        <pc:spChg chg="mod">
          <ac:chgData name="Graf Thomas, SCS-INI-NET-VNC-E2E" userId="487bc3e3-9ce7-4cdd-b7b4-8899ea88d289" providerId="ADAL" clId="{4725F99E-EFE0-4780-BB38-6BDDFB9F73C4}" dt="2025-10-27T07:48:05.605" v="1036" actId="20577"/>
          <ac:spMkLst>
            <pc:docMk/>
            <pc:sldMk cId="2128497270" sldId="269"/>
            <ac:spMk id="3" creationId="{FED4E835-D652-159B-D0CD-7FC58A509645}"/>
          </ac:spMkLst>
        </pc:spChg>
        <pc:spChg chg="mod">
          <ac:chgData name="Graf Thomas, SCS-INI-NET-VNC-E2E" userId="487bc3e3-9ce7-4cdd-b7b4-8899ea88d289" providerId="ADAL" clId="{4725F99E-EFE0-4780-BB38-6BDDFB9F73C4}" dt="2025-10-27T07:48:26.232" v="1037" actId="14100"/>
          <ac:spMkLst>
            <pc:docMk/>
            <pc:sldMk cId="2128497270" sldId="269"/>
            <ac:spMk id="4" creationId="{D216BDC7-4DE9-D9D5-0725-BBEF6CFE8DF1}"/>
          </ac:spMkLst>
        </pc:spChg>
      </pc:sldChg>
      <pc:sldChg chg="modSp mod">
        <pc:chgData name="Graf Thomas, SCS-INI-NET-VNC-E2E" userId="487bc3e3-9ce7-4cdd-b7b4-8899ea88d289" providerId="ADAL" clId="{4725F99E-EFE0-4780-BB38-6BDDFB9F73C4}" dt="2025-10-27T07:49:36.115" v="1042" actId="20577"/>
        <pc:sldMkLst>
          <pc:docMk/>
          <pc:sldMk cId="2434865477" sldId="270"/>
        </pc:sldMkLst>
        <pc:spChg chg="mod">
          <ac:chgData name="Graf Thomas, SCS-INI-NET-VNC-E2E" userId="487bc3e3-9ce7-4cdd-b7b4-8899ea88d289" providerId="ADAL" clId="{4725F99E-EFE0-4780-BB38-6BDDFB9F73C4}" dt="2025-10-27T07:44:12.337" v="1026" actId="790"/>
          <ac:spMkLst>
            <pc:docMk/>
            <pc:sldMk cId="2434865477" sldId="270"/>
            <ac:spMk id="2" creationId="{0B9E15DC-F076-98D2-1BDF-BC01FEC9047B}"/>
          </ac:spMkLst>
        </pc:spChg>
        <pc:spChg chg="mod">
          <ac:chgData name="Graf Thomas, SCS-INI-NET-VNC-E2E" userId="487bc3e3-9ce7-4cdd-b7b4-8899ea88d289" providerId="ADAL" clId="{4725F99E-EFE0-4780-BB38-6BDDFB9F73C4}" dt="2025-10-27T07:49:36.115" v="1042" actId="20577"/>
          <ac:spMkLst>
            <pc:docMk/>
            <pc:sldMk cId="2434865477" sldId="270"/>
            <ac:spMk id="3" creationId="{DA4A6F5D-9442-B583-BAB9-5A102B90EC22}"/>
          </ac:spMkLst>
        </pc:spChg>
        <pc:spChg chg="mod">
          <ac:chgData name="Graf Thomas, SCS-INI-NET-VNC-E2E" userId="487bc3e3-9ce7-4cdd-b7b4-8899ea88d289" providerId="ADAL" clId="{4725F99E-EFE0-4780-BB38-6BDDFB9F73C4}" dt="2025-10-27T07:44:12.337" v="1026" actId="790"/>
          <ac:spMkLst>
            <pc:docMk/>
            <pc:sldMk cId="2434865477" sldId="270"/>
            <ac:spMk id="4" creationId="{D216BDC7-4DE9-D9D5-0725-BBEF6CFE8DF1}"/>
          </ac:spMkLst>
        </pc:spChg>
      </pc:sldChg>
      <pc:sldChg chg="addSp delSp modSp mod">
        <pc:chgData name="Graf Thomas, SCS-INI-NET-VNC-E2E" userId="487bc3e3-9ce7-4cdd-b7b4-8899ea88d289" providerId="ADAL" clId="{4725F99E-EFE0-4780-BB38-6BDDFB9F73C4}" dt="2025-10-27T07:48:35.751" v="1040" actId="14100"/>
        <pc:sldMkLst>
          <pc:docMk/>
          <pc:sldMk cId="1859012803" sldId="271"/>
        </pc:sldMkLst>
        <pc:spChg chg="mod">
          <ac:chgData name="Graf Thomas, SCS-INI-NET-VNC-E2E" userId="487bc3e3-9ce7-4cdd-b7b4-8899ea88d289" providerId="ADAL" clId="{4725F99E-EFE0-4780-BB38-6BDDFB9F73C4}" dt="2025-10-27T07:38:34.436" v="1021" actId="20577"/>
          <ac:spMkLst>
            <pc:docMk/>
            <pc:sldMk cId="1859012803" sldId="271"/>
            <ac:spMk id="2" creationId="{0B9E15DC-F076-98D2-1BDF-BC01FEC9047B}"/>
          </ac:spMkLst>
        </pc:spChg>
        <pc:spChg chg="mod">
          <ac:chgData name="Graf Thomas, SCS-INI-NET-VNC-E2E" userId="487bc3e3-9ce7-4cdd-b7b4-8899ea88d289" providerId="ADAL" clId="{4725F99E-EFE0-4780-BB38-6BDDFB9F73C4}" dt="2025-10-27T07:48:35.751" v="1040" actId="14100"/>
          <ac:spMkLst>
            <pc:docMk/>
            <pc:sldMk cId="1859012803" sldId="271"/>
            <ac:spMk id="4" creationId="{D216BDC7-4DE9-D9D5-0725-BBEF6CFE8DF1}"/>
          </ac:spMkLst>
        </pc:spChg>
        <pc:picChg chg="add mod">
          <ac:chgData name="Graf Thomas, SCS-INI-NET-VNC-E2E" userId="487bc3e3-9ce7-4cdd-b7b4-8899ea88d289" providerId="ADAL" clId="{4725F99E-EFE0-4780-BB38-6BDDFB9F73C4}" dt="2025-10-27T07:38:15.639" v="987" actId="1076"/>
          <ac:picMkLst>
            <pc:docMk/>
            <pc:sldMk cId="1859012803" sldId="271"/>
            <ac:picMk id="5" creationId="{45D31BC4-5700-0D94-0AC5-B7C45E3F062E}"/>
          </ac:picMkLst>
        </pc:picChg>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4723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notes.ietf.org/notes-ietf-123-bmwg-ipp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atatracker.ietf.org/doc/draft-ietf-bmwg-mlrsearch/"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datatracker.ietf.org/doc/draft-cprjgf-bmwg-powerbench/" TargetMode="External"/><Relationship Id="rId5" Type="http://schemas.openxmlformats.org/officeDocument/2006/relationships/hyperlink" Target="https://datatracker.ietf.org/doc/draft-ietf-bmwg-sr-bench-meth/" TargetMode="External"/><Relationship Id="rId4" Type="http://schemas.openxmlformats.org/officeDocument/2006/relationships/hyperlink" Target="https://datatracker.ietf.org/doc/draft-ietf-bmwg-network-tester-cfg/"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datatracker.ietf.org/doc/html/draft-iuzh-ippm-ioam-integrity-yang" TargetMode="External"/><Relationship Id="rId3" Type="http://schemas.openxmlformats.org/officeDocument/2006/relationships/hyperlink" Target="https://datatracker.ietf.org/doc/html/draft-ietf-ippm-capacity-protocol" TargetMode="External"/><Relationship Id="rId7" Type="http://schemas.openxmlformats.org/officeDocument/2006/relationships/hyperlink" Target="https://datatracker.ietf.org/doc/html/draft-ietf-ippm-on-path-active-measurement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datatracker.ietf.org/doc/html/draft-ietf-ippm-qoo" TargetMode="External"/><Relationship Id="rId5" Type="http://schemas.openxmlformats.org/officeDocument/2006/relationships/hyperlink" Target="https://datatracker.ietf.org/doc/html/draft-ietf-ippm-hybrid-two-step" TargetMode="External"/><Relationship Id="rId4" Type="http://schemas.openxmlformats.org/officeDocument/2006/relationships/hyperlink" Target="https://datatracker.ietf.org/doc/html/draft-ietf-ippm-asymmetrical-pkts"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24</a:t>
            </a:r>
            <a:r>
              <a:rPr lang="en-US" sz="3600" dirty="0">
                <a:latin typeface="Inter"/>
                <a:ea typeface="Inter"/>
                <a:cs typeface="Inter"/>
                <a:sym typeface="Inter"/>
              </a:rPr>
              <a:t> BMWG &amp; IPPM</a:t>
            </a: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5 November 2025</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2025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124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4</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 together. Many thanks Qin for supporting us here.</a:t>
            </a:r>
          </a:p>
          <a:p>
            <a:pPr>
              <a:spcBef>
                <a:spcPts val="1200"/>
              </a:spcBef>
            </a:pPr>
            <a:r>
              <a:rPr lang="en-US" sz="1500" dirty="0"/>
              <a:t>Qin will be presenting at the end of this session an overview about the current state of both working groups and </a:t>
            </a:r>
            <a:r>
              <a:rPr lang="en-US" sz="1500"/>
              <a:t>the benefits </a:t>
            </a:r>
            <a:r>
              <a:rPr lang="en-US" sz="1500" dirty="0"/>
              <a:t>of a joint charter.</a:t>
            </a:r>
          </a:p>
          <a:p>
            <a:pPr>
              <a:spcBef>
                <a:spcPts val="1200"/>
              </a:spcBef>
            </a:pPr>
            <a:r>
              <a:rPr lang="en-US" sz="1500" dirty="0"/>
              <a:t>We are looking forward to as much feedback from both working groups during Qin's presentation, on the mailing list and at the next interim meeting on November 20th where we allocated another 30 minutes for joint chartering discussions.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https://notes.ietf.org/notes-ietf-124-bmwg-ippm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Working Group Documents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5" name="Picture 4">
            <a:extLst>
              <a:ext uri="{FF2B5EF4-FFF2-40B4-BE49-F238E27FC236}">
                <a16:creationId xmlns:a16="http://schemas.microsoft.com/office/drawing/2014/main" id="{C77538C2-7C9A-3216-1AE2-BF708EE8B9D4}"/>
              </a:ext>
            </a:extLst>
          </p:cNvPr>
          <p:cNvPicPr>
            <a:picLocks noChangeAspect="1"/>
          </p:cNvPicPr>
          <p:nvPr/>
        </p:nvPicPr>
        <p:blipFill>
          <a:blip r:embed="rId2"/>
          <a:stretch>
            <a:fillRect/>
          </a:stretch>
        </p:blipFill>
        <p:spPr>
          <a:xfrm>
            <a:off x="471900" y="1821097"/>
            <a:ext cx="7344800" cy="3238952"/>
          </a:xfrm>
          <a:prstGeom prst="rect">
            <a:avLst/>
          </a:prstGeom>
        </p:spPr>
      </p:pic>
    </p:spTree>
    <p:extLst>
      <p:ext uri="{BB962C8B-B14F-4D97-AF65-F5344CB8AC3E}">
        <p14:creationId xmlns:p14="http://schemas.microsoft.com/office/powerpoint/2010/main" val="2332748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pic>
        <p:nvPicPr>
          <p:cNvPr id="8" name="Picture 7">
            <a:extLst>
              <a:ext uri="{FF2B5EF4-FFF2-40B4-BE49-F238E27FC236}">
                <a16:creationId xmlns:a16="http://schemas.microsoft.com/office/drawing/2014/main" id="{89CAAE8C-AD6B-C359-A366-CE2EAD39C893}"/>
              </a:ext>
            </a:extLst>
          </p:cNvPr>
          <p:cNvPicPr>
            <a:picLocks noChangeAspect="1"/>
          </p:cNvPicPr>
          <p:nvPr/>
        </p:nvPicPr>
        <p:blipFill>
          <a:blip r:embed="rId3"/>
          <a:stretch>
            <a:fillRect/>
          </a:stretch>
        </p:blipFill>
        <p:spPr>
          <a:xfrm>
            <a:off x="541926" y="2131915"/>
            <a:ext cx="7325747" cy="1505160"/>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a:t>
            </a:r>
            <a:r>
              <a:rPr lang="de-CH" dirty="0" err="1"/>
              <a:t>Chartering</a:t>
            </a:r>
            <a:r>
              <a:rPr lang="de-CH" dirty="0"/>
              <a:t> Discussion</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pic>
        <p:nvPicPr>
          <p:cNvPr id="5" name="Picture 4">
            <a:extLst>
              <a:ext uri="{FF2B5EF4-FFF2-40B4-BE49-F238E27FC236}">
                <a16:creationId xmlns:a16="http://schemas.microsoft.com/office/drawing/2014/main" id="{45D31BC4-5700-0D94-0AC5-B7C45E3F062E}"/>
              </a:ext>
            </a:extLst>
          </p:cNvPr>
          <p:cNvPicPr>
            <a:picLocks noChangeAspect="1"/>
          </p:cNvPicPr>
          <p:nvPr/>
        </p:nvPicPr>
        <p:blipFill>
          <a:blip r:embed="rId3"/>
          <a:stretch>
            <a:fillRect/>
          </a:stretch>
        </p:blipFill>
        <p:spPr>
          <a:xfrm>
            <a:off x="524979" y="2147828"/>
            <a:ext cx="7287642" cy="847843"/>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Document Updates Since IETF 123</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12</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900" y="1919074"/>
            <a:ext cx="8222100" cy="2710201"/>
          </a:xfrm>
        </p:spPr>
        <p:txBody>
          <a:bodyPr/>
          <a:lstStyle/>
          <a:p>
            <a:r>
              <a:rPr lang="de-CH" sz="1400" b="1" dirty="0">
                <a:hlinkClick r:id="rId3"/>
              </a:rPr>
              <a:t>draft-ietf-bmwg-mlrsearch</a:t>
            </a:r>
            <a:r>
              <a:rPr lang="de-CH" sz="1400" b="1" dirty="0"/>
              <a:t> </a:t>
            </a:r>
            <a:r>
              <a:rPr lang="en-US" sz="1400" dirty="0"/>
              <a:t>submitted to IESG for publication</a:t>
            </a:r>
          </a:p>
          <a:p>
            <a:pPr lvl="1"/>
            <a:r>
              <a:rPr lang="de-CH" sz="1200" dirty="0"/>
              <a:t>Revised I-D Needed</a:t>
            </a:r>
          </a:p>
          <a:p>
            <a:r>
              <a:rPr lang="de-CH" sz="1400" b="1" dirty="0">
                <a:hlinkClick r:id="rId4"/>
              </a:rPr>
              <a:t>draft-ietf-bmwg-network-tester-cfg</a:t>
            </a:r>
            <a:r>
              <a:rPr lang="de-CH" sz="1400" dirty="0"/>
              <a:t> passed WGLC</a:t>
            </a:r>
          </a:p>
          <a:p>
            <a:pPr lvl="1"/>
            <a:r>
              <a:rPr lang="de-CH" sz="1200" dirty="0"/>
              <a:t>Cross-posting to NMOP and OPSAWG</a:t>
            </a:r>
          </a:p>
          <a:p>
            <a:pPr lvl="1"/>
            <a:r>
              <a:rPr lang="de-CH" sz="1200" dirty="0"/>
              <a:t>New revision in preparation to address the Yangdoctors review</a:t>
            </a:r>
          </a:p>
          <a:p>
            <a:r>
              <a:rPr lang="de-CH" sz="1400" b="1" dirty="0">
                <a:hlinkClick r:id="rId5"/>
              </a:rPr>
              <a:t>draft-ietf-bmwg-sr-bench-meth</a:t>
            </a:r>
            <a:r>
              <a:rPr lang="de-CH" sz="1400" b="1" dirty="0"/>
              <a:t> </a:t>
            </a:r>
            <a:r>
              <a:rPr lang="de-CH" sz="1400" dirty="0"/>
              <a:t>preparing for the WGLC</a:t>
            </a:r>
          </a:p>
          <a:p>
            <a:r>
              <a:rPr lang="de-CH" sz="1400" b="1" dirty="0">
                <a:hlinkClick r:id="rId6"/>
              </a:rPr>
              <a:t>draft-cprjgf-bmwg-powerbench</a:t>
            </a:r>
            <a:r>
              <a:rPr lang="de-CH" sz="1400" b="1" dirty="0"/>
              <a:t> </a:t>
            </a:r>
            <a:r>
              <a:rPr lang="de-CH" sz="1400" dirty="0"/>
              <a:t>in adoption call</a:t>
            </a:r>
          </a:p>
          <a:p>
            <a:r>
              <a:rPr lang="de-CH" sz="1400" dirty="0"/>
              <a:t>To resume the discussion for revisiting BMWG RFCs in order to update RFC 2544</a:t>
            </a:r>
          </a:p>
          <a:p>
            <a:r>
              <a:rPr lang="en-US" sz="1400" dirty="0"/>
              <a:t>Expired WG documents (more than 10 years old) to be moved to Dead state if there is no further interest</a:t>
            </a:r>
          </a:p>
        </p:txBody>
      </p:sp>
    </p:spTree>
    <p:extLst>
      <p:ext uri="{BB962C8B-B14F-4D97-AF65-F5344CB8AC3E}">
        <p14:creationId xmlns:p14="http://schemas.microsoft.com/office/powerpoint/2010/main" val="1372742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sz="3200" dirty="0"/>
              <a:t>IPPM Document Updates Since IETF 123</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13</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899" y="1919074"/>
            <a:ext cx="8505845" cy="2710201"/>
          </a:xfrm>
        </p:spPr>
        <p:txBody>
          <a:bodyPr/>
          <a:lstStyle/>
          <a:p>
            <a:pPr>
              <a:spcBef>
                <a:spcPts val="1200"/>
              </a:spcBef>
            </a:pPr>
            <a:r>
              <a:rPr lang="en-US" sz="1500" b="1" dirty="0">
                <a:hlinkClick r:id="rId3"/>
              </a:rPr>
              <a:t>draft-</a:t>
            </a:r>
            <a:r>
              <a:rPr lang="en-US" sz="1500" b="1" dirty="0" err="1">
                <a:hlinkClick r:id="rId3"/>
              </a:rPr>
              <a:t>ietf</a:t>
            </a:r>
            <a:r>
              <a:rPr lang="en-US" sz="1500" b="1" dirty="0">
                <a:hlinkClick r:id="rId3"/>
              </a:rPr>
              <a:t>-ippm-capacity-protocol</a:t>
            </a:r>
            <a:r>
              <a:rPr lang="en-US" sz="1500" b="1" dirty="0"/>
              <a:t>, </a:t>
            </a:r>
            <a:r>
              <a:rPr lang="en-US" sz="1500" dirty="0"/>
              <a:t>security related challenges during IESG review process has been resolved and is now approved by IESG.</a:t>
            </a:r>
          </a:p>
          <a:p>
            <a:pPr>
              <a:spcBef>
                <a:spcPts val="1200"/>
              </a:spcBef>
            </a:pPr>
            <a:r>
              <a:rPr lang="en-US" sz="1500" b="1" dirty="0">
                <a:hlinkClick r:id="rId4"/>
              </a:rPr>
              <a:t>draft-</a:t>
            </a:r>
            <a:r>
              <a:rPr lang="en-US" sz="1500" b="1" dirty="0" err="1">
                <a:hlinkClick r:id="rId4"/>
              </a:rPr>
              <a:t>ietf</a:t>
            </a:r>
            <a:r>
              <a:rPr lang="en-US" sz="1500" b="1" dirty="0">
                <a:hlinkClick r:id="rId4"/>
              </a:rPr>
              <a:t>-ippm-asymmetrical-pkts</a:t>
            </a:r>
            <a:r>
              <a:rPr lang="en-US" sz="1500" b="1" dirty="0"/>
              <a:t> </a:t>
            </a:r>
            <a:r>
              <a:rPr lang="en-US" sz="1500" dirty="0"/>
              <a:t>and</a:t>
            </a:r>
            <a:r>
              <a:rPr lang="en-US" sz="1500" b="1" dirty="0"/>
              <a:t> </a:t>
            </a:r>
            <a:r>
              <a:rPr lang="en-US" sz="1500" b="1" dirty="0">
                <a:hlinkClick r:id="rId5"/>
              </a:rPr>
              <a:t>draft-</a:t>
            </a:r>
            <a:r>
              <a:rPr lang="en-US" sz="1500" b="1" dirty="0" err="1">
                <a:hlinkClick r:id="rId5"/>
              </a:rPr>
              <a:t>ietf</a:t>
            </a:r>
            <a:r>
              <a:rPr lang="en-US" sz="1500" b="1" dirty="0">
                <a:hlinkClick r:id="rId5"/>
              </a:rPr>
              <a:t>-ippm-hybrid-two-step</a:t>
            </a:r>
            <a:r>
              <a:rPr lang="en-US" sz="1500" b="1" dirty="0"/>
              <a:t> </a:t>
            </a:r>
            <a:r>
              <a:rPr lang="en-US" sz="1500" dirty="0"/>
              <a:t>has been passed on to IESG. </a:t>
            </a:r>
            <a:r>
              <a:rPr lang="en-US" sz="1500" b="1" dirty="0">
                <a:hlinkClick r:id="rId5"/>
              </a:rPr>
              <a:t>draft-</a:t>
            </a:r>
            <a:r>
              <a:rPr lang="en-US" sz="1500" b="1" dirty="0" err="1">
                <a:hlinkClick r:id="rId5"/>
              </a:rPr>
              <a:t>ietf</a:t>
            </a:r>
            <a:r>
              <a:rPr lang="en-US" sz="1500" b="1" dirty="0">
                <a:hlinkClick r:id="rId5"/>
              </a:rPr>
              <a:t>-ippm-hybrid-two-step</a:t>
            </a:r>
            <a:r>
              <a:rPr lang="en-US" sz="1500" b="1" dirty="0"/>
              <a:t> </a:t>
            </a:r>
            <a:r>
              <a:rPr lang="en-US" sz="1500" dirty="0"/>
              <a:t>received OPS AD review.</a:t>
            </a:r>
          </a:p>
          <a:p>
            <a:pPr>
              <a:spcBef>
                <a:spcPts val="1200"/>
              </a:spcBef>
            </a:pPr>
            <a:r>
              <a:rPr lang="en-US" sz="1500" b="1" dirty="0">
                <a:hlinkClick r:id="rId6"/>
              </a:rPr>
              <a:t>draft-</a:t>
            </a:r>
            <a:r>
              <a:rPr lang="en-US" sz="1500" b="1" dirty="0" err="1">
                <a:hlinkClick r:id="rId6"/>
              </a:rPr>
              <a:t>ietf</a:t>
            </a:r>
            <a:r>
              <a:rPr lang="en-US" sz="1500" b="1" dirty="0">
                <a:hlinkClick r:id="rId6"/>
              </a:rPr>
              <a:t>-ippm-</a:t>
            </a:r>
            <a:r>
              <a:rPr lang="en-US" sz="1500" b="1" dirty="0" err="1">
                <a:hlinkClick r:id="rId6"/>
              </a:rPr>
              <a:t>qoo</a:t>
            </a:r>
            <a:r>
              <a:rPr lang="en-US" sz="1500" b="1" dirty="0"/>
              <a:t> </a:t>
            </a:r>
            <a:r>
              <a:rPr lang="en-US" sz="1500" dirty="0"/>
              <a:t>passed working group last call. Shepherd review pending.</a:t>
            </a:r>
          </a:p>
          <a:p>
            <a:pPr>
              <a:spcBef>
                <a:spcPts val="1200"/>
              </a:spcBef>
            </a:pPr>
            <a:r>
              <a:rPr lang="en-US" sz="1500" b="1" dirty="0">
                <a:hlinkClick r:id="rId7"/>
              </a:rPr>
              <a:t>draft-</a:t>
            </a:r>
            <a:r>
              <a:rPr lang="en-US" sz="1500" b="1" dirty="0" err="1">
                <a:hlinkClick r:id="rId7"/>
              </a:rPr>
              <a:t>ietf</a:t>
            </a:r>
            <a:r>
              <a:rPr lang="en-US" sz="1500" b="1" dirty="0">
                <a:hlinkClick r:id="rId7"/>
              </a:rPr>
              <a:t>-ippm-on-path-active-measurements</a:t>
            </a:r>
            <a:r>
              <a:rPr lang="en-US" sz="1500" b="1" dirty="0"/>
              <a:t> </a:t>
            </a:r>
            <a:r>
              <a:rPr lang="en-US" sz="1500" dirty="0"/>
              <a:t>passed working group adoption call and for </a:t>
            </a:r>
            <a:r>
              <a:rPr lang="en-US" sz="1500" b="1" dirty="0">
                <a:hlinkClick r:id="rId8"/>
              </a:rPr>
              <a:t>draft-</a:t>
            </a:r>
            <a:r>
              <a:rPr lang="en-US" sz="1500" b="1" dirty="0" err="1">
                <a:hlinkClick r:id="rId8"/>
              </a:rPr>
              <a:t>iuzh</a:t>
            </a:r>
            <a:r>
              <a:rPr lang="en-US" sz="1500" b="1" dirty="0">
                <a:hlinkClick r:id="rId8"/>
              </a:rPr>
              <a:t>-ippm-</a:t>
            </a:r>
            <a:r>
              <a:rPr lang="en-US" sz="1500" b="1" dirty="0" err="1">
                <a:hlinkClick r:id="rId8"/>
              </a:rPr>
              <a:t>ioam</a:t>
            </a:r>
            <a:r>
              <a:rPr lang="en-US" sz="1500" b="1" dirty="0">
                <a:hlinkClick r:id="rId8"/>
              </a:rPr>
              <a:t>-integrity-yang</a:t>
            </a:r>
            <a:r>
              <a:rPr lang="en-US" sz="1500" b="1" dirty="0"/>
              <a:t> </a:t>
            </a:r>
            <a:r>
              <a:rPr lang="en-US" sz="1500" dirty="0"/>
              <a:t>an adoption call is currently running.</a:t>
            </a:r>
            <a:endParaRPr lang="en-US" dirty="0"/>
          </a:p>
        </p:txBody>
      </p:sp>
    </p:spTree>
    <p:extLst>
      <p:ext uri="{BB962C8B-B14F-4D97-AF65-F5344CB8AC3E}">
        <p14:creationId xmlns:p14="http://schemas.microsoft.com/office/powerpoint/2010/main" val="2128497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124 </a:t>
            </a:r>
            <a:r>
              <a:rPr lang="de-CH" dirty="0"/>
              <a:t>Montreal</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14</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customXml/itemProps2.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3.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1453</Words>
  <Application>Microsoft Office PowerPoint</Application>
  <PresentationFormat>On-screen Show (16:9)</PresentationFormat>
  <Paragraphs>93</Paragraphs>
  <Slides>14</Slides>
  <Notes>13</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14</vt:i4>
      </vt:variant>
    </vt:vector>
  </HeadingPairs>
  <TitlesOfParts>
    <vt:vector size="24" baseType="lpstr">
      <vt:lpstr>Roboto</vt:lpstr>
      <vt:lpstr>Open Sans Medium</vt:lpstr>
      <vt:lpstr>Inter</vt:lpstr>
      <vt:lpstr>Arial</vt:lpstr>
      <vt:lpstr>Open Sans</vt:lpstr>
      <vt:lpstr>Montserrat</vt:lpstr>
      <vt:lpstr>Open Sans SemiBold</vt:lpstr>
      <vt:lpstr>Material</vt:lpstr>
      <vt:lpstr>IETF Template</vt:lpstr>
      <vt:lpstr>1_IETF Template</vt:lpstr>
      <vt:lpstr>IETF 124 BMWG &amp; IPPM</vt:lpstr>
      <vt:lpstr>Note Well</vt:lpstr>
      <vt:lpstr>Note Really Well</vt:lpstr>
      <vt:lpstr>IETF 124 Meeting Tips</vt:lpstr>
      <vt:lpstr>Joint BMWG and IPPM Meeting</vt:lpstr>
      <vt:lpstr>BMWG charter</vt:lpstr>
      <vt:lpstr>IPPM charter</vt:lpstr>
      <vt:lpstr>Notetaker</vt:lpstr>
      <vt:lpstr>Agenda – Working Group Documents</vt:lpstr>
      <vt:lpstr>Agenda – Proposed Work</vt:lpstr>
      <vt:lpstr>Joint Chartering Discussion</vt:lpstr>
      <vt:lpstr>BMWG Document Updates Since IETF 123</vt:lpstr>
      <vt:lpstr>IPPM Document Updates Since IETF 123</vt:lpstr>
      <vt:lpstr>Resources for IETF 124 Montreal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25</cp:revision>
  <dcterms:modified xsi:type="dcterms:W3CDTF">2025-11-04T14:39:59Z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1761727711</vt:lpwstr>
  </property>
</Properties>
</file>