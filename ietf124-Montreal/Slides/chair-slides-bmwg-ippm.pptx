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4" r:id="rId4"/>
    <p:sldMasterId id="2147483665" r:id="rId5"/>
  </p:sldMasterIdLst>
  <p:notesMasterIdLst>
    <p:notesMasterId r:id="rId20"/>
  </p:notesMasterIdLst>
  <p:sldIdLst>
    <p:sldId id="256" r:id="rId6"/>
    <p:sldId id="257" r:id="rId7"/>
    <p:sldId id="258" r:id="rId8"/>
    <p:sldId id="259" r:id="rId9"/>
    <p:sldId id="270" r:id="rId10"/>
    <p:sldId id="268" r:id="rId11"/>
    <p:sldId id="267" r:id="rId12"/>
    <p:sldId id="261" r:id="rId13"/>
    <p:sldId id="263" r:id="rId14"/>
    <p:sldId id="264" r:id="rId15"/>
    <p:sldId id="271" r:id="rId16"/>
    <p:sldId id="266" r:id="rId17"/>
    <p:sldId id="269" r:id="rId18"/>
    <p:sldId id="260" r:id="rId19"/>
  </p:sldIdLst>
  <p:sldSz cx="9144000" cy="5143500" type="screen16x9"/>
  <p:notesSz cx="6858000" cy="9144000"/>
  <p:embeddedFontLst>
    <p:embeddedFont>
      <p:font typeface="Inter" panose="020B0604020202020204" charset="0"/>
      <p:regular r:id="rId21"/>
      <p:bold r:id="rId22"/>
      <p:italic r:id="rId23"/>
      <p:boldItalic r:id="rId24"/>
    </p:embeddedFont>
    <p:embeddedFont>
      <p:font typeface="Montserrat" panose="00000500000000000000" pitchFamily="2" charset="0"/>
      <p:regular r:id="rId25"/>
      <p:bold r:id="rId26"/>
      <p:italic r:id="rId27"/>
      <p:boldItalic r:id="rId28"/>
    </p:embeddedFont>
    <p:embeddedFont>
      <p:font typeface="Open Sans" panose="020B0606030504020204" pitchFamily="34" charset="0"/>
      <p:regular r:id="rId29"/>
      <p:bold r:id="rId30"/>
      <p:italic r:id="rId31"/>
      <p:boldItalic r:id="rId32"/>
    </p:embeddedFont>
    <p:embeddedFont>
      <p:font typeface="Open Sans Medium" panose="020B0604020202020204" charset="0"/>
      <p:regular r:id="rId33"/>
      <p:bold r:id="rId34"/>
      <p:italic r:id="rId35"/>
      <p:boldItalic r:id="rId36"/>
    </p:embeddedFont>
    <p:embeddedFont>
      <p:font typeface="Open Sans SemiBold" panose="020B0706030804020204" pitchFamily="34" charset="0"/>
      <p:bold r:id="rId37"/>
      <p:boldItalic r:id="rId38"/>
    </p:embeddedFont>
    <p:embeddedFont>
      <p:font typeface="Roboto" panose="02000000000000000000" pitchFamily="2"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4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25F99E-EFE0-4780-BB38-6BDDFB9F73C4}" v="5" dt="2025-10-27T07:46:21.0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3" d="100"/>
          <a:sy n="133" d="100"/>
        </p:scale>
        <p:origin x="906" y="126"/>
      </p:cViewPr>
      <p:guideLst>
        <p:guide orient="horz" pos="164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font" Target="fonts/font6.fntdata"/><Relationship Id="rId39" Type="http://schemas.openxmlformats.org/officeDocument/2006/relationships/font" Target="fonts/font19.fntdata"/><Relationship Id="rId3" Type="http://schemas.openxmlformats.org/officeDocument/2006/relationships/customXml" Target="../customXml/item3.xml"/><Relationship Id="rId21" Type="http://schemas.openxmlformats.org/officeDocument/2006/relationships/font" Target="fonts/font1.fntdata"/><Relationship Id="rId34" Type="http://schemas.openxmlformats.org/officeDocument/2006/relationships/font" Target="fonts/font14.fntdata"/><Relationship Id="rId42" Type="http://schemas.openxmlformats.org/officeDocument/2006/relationships/font" Target="fonts/font22.fntdata"/><Relationship Id="rId47"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font" Target="fonts/font18.fntdata"/><Relationship Id="rId46"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notesMaster" Target="notesMasters/notesMaster1.xml"/><Relationship Id="rId29" Type="http://schemas.openxmlformats.org/officeDocument/2006/relationships/font" Target="fonts/font9.fntdata"/><Relationship Id="rId41" Type="http://schemas.openxmlformats.org/officeDocument/2006/relationships/font" Target="fonts/font21.fntdata"/><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40" Type="http://schemas.openxmlformats.org/officeDocument/2006/relationships/font" Target="fonts/font20.fntdata"/><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font" Target="fonts/font11.fntdata"/><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43" Type="http://schemas.openxmlformats.org/officeDocument/2006/relationships/presProps" Target="presProps.xml"/><Relationship Id="rId4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us Ihlar" userId="3466507a-8f95-47f2-ae1b-ce7d6ca611a4" providerId="ADAL" clId="{AED546ED-D998-4FD7-8756-673BE2DDCF49}"/>
    <pc:docChg chg="modSld">
      <pc:chgData name="Marcus Ihlar" userId="3466507a-8f95-47f2-ae1b-ce7d6ca611a4" providerId="ADAL" clId="{AED546ED-D998-4FD7-8756-673BE2DDCF49}" dt="2025-07-16T10:35:22.434" v="10" actId="20577"/>
      <pc:docMkLst>
        <pc:docMk/>
      </pc:docMkLst>
      <pc:sldChg chg="modSp mod">
        <pc:chgData name="Marcus Ihlar" userId="3466507a-8f95-47f2-ae1b-ce7d6ca611a4" providerId="ADAL" clId="{AED546ED-D998-4FD7-8756-673BE2DDCF49}" dt="2025-07-16T10:35:22.434" v="10" actId="20577"/>
        <pc:sldMkLst>
          <pc:docMk/>
          <pc:sldMk cId="0" sldId="256"/>
        </pc:sldMkLst>
      </pc:sldChg>
      <pc:sldChg chg="modSp mod">
        <pc:chgData name="Marcus Ihlar" userId="3466507a-8f95-47f2-ae1b-ce7d6ca611a4" providerId="ADAL" clId="{AED546ED-D998-4FD7-8756-673BE2DDCF49}" dt="2025-07-16T10:18:57.833" v="8" actId="20577"/>
        <pc:sldMkLst>
          <pc:docMk/>
          <pc:sldMk cId="2128497270" sldId="269"/>
        </pc:sldMkLst>
      </pc:sldChg>
    </pc:docChg>
  </pc:docChgLst>
  <pc:docChgLst>
    <pc:chgData name="Graf Thomas, SCS-INI-NET-VNC-E2E" userId="487bc3e3-9ce7-4cdd-b7b4-8899ea88d289" providerId="ADAL" clId="{4725F99E-EFE0-4780-BB38-6BDDFB9F73C4}"/>
    <pc:docChg chg="undo custSel delSld modSld">
      <pc:chgData name="Graf Thomas, SCS-INI-NET-VNC-E2E" userId="487bc3e3-9ce7-4cdd-b7b4-8899ea88d289" providerId="ADAL" clId="{4725F99E-EFE0-4780-BB38-6BDDFB9F73C4}" dt="2025-10-27T07:49:36.115" v="1042" actId="20577"/>
      <pc:docMkLst>
        <pc:docMk/>
      </pc:docMkLst>
      <pc:sldChg chg="modSp mod">
        <pc:chgData name="Graf Thomas, SCS-INI-NET-VNC-E2E" userId="487bc3e3-9ce7-4cdd-b7b4-8899ea88d289" providerId="ADAL" clId="{4725F99E-EFE0-4780-BB38-6BDDFB9F73C4}" dt="2025-10-27T07:43:43.844" v="1022" actId="790"/>
        <pc:sldMkLst>
          <pc:docMk/>
          <pc:sldMk cId="0" sldId="256"/>
        </pc:sldMkLst>
        <pc:spChg chg="mod">
          <ac:chgData name="Graf Thomas, SCS-INI-NET-VNC-E2E" userId="487bc3e3-9ce7-4cdd-b7b4-8899ea88d289" providerId="ADAL" clId="{4725F99E-EFE0-4780-BB38-6BDDFB9F73C4}" dt="2025-10-27T07:43:43.844" v="1022" actId="790"/>
          <ac:spMkLst>
            <pc:docMk/>
            <pc:sldMk cId="0" sldId="256"/>
            <ac:spMk id="99" creationId="{00000000-0000-0000-0000-000000000000}"/>
          </ac:spMkLst>
        </pc:spChg>
        <pc:spChg chg="mod">
          <ac:chgData name="Graf Thomas, SCS-INI-NET-VNC-E2E" userId="487bc3e3-9ce7-4cdd-b7b4-8899ea88d289" providerId="ADAL" clId="{4725F99E-EFE0-4780-BB38-6BDDFB9F73C4}" dt="2025-10-27T07:43:43.844" v="1022" actId="790"/>
          <ac:spMkLst>
            <pc:docMk/>
            <pc:sldMk cId="0" sldId="256"/>
            <ac:spMk id="100" creationId="{00000000-0000-0000-0000-000000000000}"/>
          </ac:spMkLst>
        </pc:spChg>
        <pc:spChg chg="mod">
          <ac:chgData name="Graf Thomas, SCS-INI-NET-VNC-E2E" userId="487bc3e3-9ce7-4cdd-b7b4-8899ea88d289" providerId="ADAL" clId="{4725F99E-EFE0-4780-BB38-6BDDFB9F73C4}" dt="2025-10-27T07:43:43.844" v="1022" actId="790"/>
          <ac:spMkLst>
            <pc:docMk/>
            <pc:sldMk cId="0" sldId="256"/>
            <ac:spMk id="101" creationId="{00000000-0000-0000-0000-000000000000}"/>
          </ac:spMkLst>
        </pc:spChg>
        <pc:spChg chg="mod">
          <ac:chgData name="Graf Thomas, SCS-INI-NET-VNC-E2E" userId="487bc3e3-9ce7-4cdd-b7b4-8899ea88d289" providerId="ADAL" clId="{4725F99E-EFE0-4780-BB38-6BDDFB9F73C4}" dt="2025-10-27T07:43:43.844" v="1022" actId="790"/>
          <ac:spMkLst>
            <pc:docMk/>
            <pc:sldMk cId="0" sldId="256"/>
            <ac:spMk id="102" creationId="{00000000-0000-0000-0000-000000000000}"/>
          </ac:spMkLst>
        </pc:spChg>
      </pc:sldChg>
      <pc:sldChg chg="modSp mod">
        <pc:chgData name="Graf Thomas, SCS-INI-NET-VNC-E2E" userId="487bc3e3-9ce7-4cdd-b7b4-8899ea88d289" providerId="ADAL" clId="{4725F99E-EFE0-4780-BB38-6BDDFB9F73C4}" dt="2025-10-27T07:43:53.689" v="1023" actId="790"/>
        <pc:sldMkLst>
          <pc:docMk/>
          <pc:sldMk cId="0" sldId="257"/>
        </pc:sldMkLst>
        <pc:spChg chg="mod">
          <ac:chgData name="Graf Thomas, SCS-INI-NET-VNC-E2E" userId="487bc3e3-9ce7-4cdd-b7b4-8899ea88d289" providerId="ADAL" clId="{4725F99E-EFE0-4780-BB38-6BDDFB9F73C4}" dt="2025-10-27T07:43:53.689" v="1023" actId="790"/>
          <ac:spMkLst>
            <pc:docMk/>
            <pc:sldMk cId="0" sldId="257"/>
            <ac:spMk id="107" creationId="{00000000-0000-0000-0000-000000000000}"/>
          </ac:spMkLst>
        </pc:spChg>
        <pc:spChg chg="mod">
          <ac:chgData name="Graf Thomas, SCS-INI-NET-VNC-E2E" userId="487bc3e3-9ce7-4cdd-b7b4-8899ea88d289" providerId="ADAL" clId="{4725F99E-EFE0-4780-BB38-6BDDFB9F73C4}" dt="2025-10-27T07:43:53.689" v="1023" actId="790"/>
          <ac:spMkLst>
            <pc:docMk/>
            <pc:sldMk cId="0" sldId="257"/>
            <ac:spMk id="108" creationId="{00000000-0000-0000-0000-000000000000}"/>
          </ac:spMkLst>
        </pc:spChg>
      </pc:sldChg>
      <pc:sldChg chg="modSp mod">
        <pc:chgData name="Graf Thomas, SCS-INI-NET-VNC-E2E" userId="487bc3e3-9ce7-4cdd-b7b4-8899ea88d289" providerId="ADAL" clId="{4725F99E-EFE0-4780-BB38-6BDDFB9F73C4}" dt="2025-10-27T07:44:00.397" v="1024" actId="790"/>
        <pc:sldMkLst>
          <pc:docMk/>
          <pc:sldMk cId="0" sldId="258"/>
        </pc:sldMkLst>
        <pc:spChg chg="mod">
          <ac:chgData name="Graf Thomas, SCS-INI-NET-VNC-E2E" userId="487bc3e3-9ce7-4cdd-b7b4-8899ea88d289" providerId="ADAL" clId="{4725F99E-EFE0-4780-BB38-6BDDFB9F73C4}" dt="2025-10-27T07:44:00.397" v="1024" actId="790"/>
          <ac:spMkLst>
            <pc:docMk/>
            <pc:sldMk cId="0" sldId="258"/>
            <ac:spMk id="113" creationId="{00000000-0000-0000-0000-000000000000}"/>
          </ac:spMkLst>
        </pc:spChg>
        <pc:spChg chg="mod">
          <ac:chgData name="Graf Thomas, SCS-INI-NET-VNC-E2E" userId="487bc3e3-9ce7-4cdd-b7b4-8899ea88d289" providerId="ADAL" clId="{4725F99E-EFE0-4780-BB38-6BDDFB9F73C4}" dt="2025-10-27T07:44:00.397" v="1024" actId="790"/>
          <ac:spMkLst>
            <pc:docMk/>
            <pc:sldMk cId="0" sldId="258"/>
            <ac:spMk id="114" creationId="{00000000-0000-0000-0000-000000000000}"/>
          </ac:spMkLst>
        </pc:spChg>
      </pc:sldChg>
      <pc:sldChg chg="modSp mod">
        <pc:chgData name="Graf Thomas, SCS-INI-NET-VNC-E2E" userId="487bc3e3-9ce7-4cdd-b7b4-8899ea88d289" providerId="ADAL" clId="{4725F99E-EFE0-4780-BB38-6BDDFB9F73C4}" dt="2025-10-27T07:44:05.500" v="1025" actId="790"/>
        <pc:sldMkLst>
          <pc:docMk/>
          <pc:sldMk cId="0" sldId="259"/>
        </pc:sldMkLst>
        <pc:spChg chg="mod">
          <ac:chgData name="Graf Thomas, SCS-INI-NET-VNC-E2E" userId="487bc3e3-9ce7-4cdd-b7b4-8899ea88d289" providerId="ADAL" clId="{4725F99E-EFE0-4780-BB38-6BDDFB9F73C4}" dt="2025-10-27T07:44:05.500" v="1025" actId="790"/>
          <ac:spMkLst>
            <pc:docMk/>
            <pc:sldMk cId="0" sldId="259"/>
            <ac:spMk id="119" creationId="{00000000-0000-0000-0000-000000000000}"/>
          </ac:spMkLst>
        </pc:spChg>
        <pc:spChg chg="mod">
          <ac:chgData name="Graf Thomas, SCS-INI-NET-VNC-E2E" userId="487bc3e3-9ce7-4cdd-b7b4-8899ea88d289" providerId="ADAL" clId="{4725F99E-EFE0-4780-BB38-6BDDFB9F73C4}" dt="2025-10-27T07:44:05.500" v="1025" actId="790"/>
          <ac:spMkLst>
            <pc:docMk/>
            <pc:sldMk cId="0" sldId="259"/>
            <ac:spMk id="120" creationId="{00000000-0000-0000-0000-000000000000}"/>
          </ac:spMkLst>
        </pc:spChg>
        <pc:spChg chg="mod">
          <ac:chgData name="Graf Thomas, SCS-INI-NET-VNC-E2E" userId="487bc3e3-9ce7-4cdd-b7b4-8899ea88d289" providerId="ADAL" clId="{4725F99E-EFE0-4780-BB38-6BDDFB9F73C4}" dt="2025-10-27T07:44:05.500" v="1025" actId="790"/>
          <ac:spMkLst>
            <pc:docMk/>
            <pc:sldMk cId="0" sldId="259"/>
            <ac:spMk id="121" creationId="{00000000-0000-0000-0000-000000000000}"/>
          </ac:spMkLst>
        </pc:spChg>
        <pc:spChg chg="mod">
          <ac:chgData name="Graf Thomas, SCS-INI-NET-VNC-E2E" userId="487bc3e3-9ce7-4cdd-b7b4-8899ea88d289" providerId="ADAL" clId="{4725F99E-EFE0-4780-BB38-6BDDFB9F73C4}" dt="2025-10-27T07:44:05.500" v="1025" actId="790"/>
          <ac:spMkLst>
            <pc:docMk/>
            <pc:sldMk cId="0" sldId="259"/>
            <ac:spMk id="122" creationId="{00000000-0000-0000-0000-000000000000}"/>
          </ac:spMkLst>
        </pc:spChg>
      </pc:sldChg>
      <pc:sldChg chg="modSp mod">
        <pc:chgData name="Graf Thomas, SCS-INI-NET-VNC-E2E" userId="487bc3e3-9ce7-4cdd-b7b4-8899ea88d289" providerId="ADAL" clId="{4725F99E-EFE0-4780-BB38-6BDDFB9F73C4}" dt="2025-10-27T07:48:29.201" v="1038" actId="14100"/>
        <pc:sldMkLst>
          <pc:docMk/>
          <pc:sldMk cId="0" sldId="260"/>
        </pc:sldMkLst>
        <pc:spChg chg="mod">
          <ac:chgData name="Graf Thomas, SCS-INI-NET-VNC-E2E" userId="487bc3e3-9ce7-4cdd-b7b4-8899ea88d289" providerId="ADAL" clId="{4725F99E-EFE0-4780-BB38-6BDDFB9F73C4}" dt="2025-10-27T07:29:40.824" v="870" actId="20577"/>
          <ac:spMkLst>
            <pc:docMk/>
            <pc:sldMk cId="0" sldId="260"/>
            <ac:spMk id="128" creationId="{00000000-0000-0000-0000-000000000000}"/>
          </ac:spMkLst>
        </pc:spChg>
        <pc:spChg chg="mod">
          <ac:chgData name="Graf Thomas, SCS-INI-NET-VNC-E2E" userId="487bc3e3-9ce7-4cdd-b7b4-8899ea88d289" providerId="ADAL" clId="{4725F99E-EFE0-4780-BB38-6BDDFB9F73C4}" dt="2025-10-27T07:48:29.201" v="1038" actId="14100"/>
          <ac:spMkLst>
            <pc:docMk/>
            <pc:sldMk cId="0" sldId="260"/>
            <ac:spMk id="130" creationId="{00000000-0000-0000-0000-000000000000}"/>
          </ac:spMkLst>
        </pc:spChg>
      </pc:sldChg>
      <pc:sldChg chg="modSp mod">
        <pc:chgData name="Graf Thomas, SCS-INI-NET-VNC-E2E" userId="487bc3e3-9ce7-4cdd-b7b4-8899ea88d289" providerId="ADAL" clId="{4725F99E-EFE0-4780-BB38-6BDDFB9F73C4}" dt="2025-10-27T07:44:34.772" v="1029" actId="790"/>
        <pc:sldMkLst>
          <pc:docMk/>
          <pc:sldMk cId="3471097262" sldId="261"/>
        </pc:sldMkLst>
        <pc:spChg chg="mod">
          <ac:chgData name="Graf Thomas, SCS-INI-NET-VNC-E2E" userId="487bc3e3-9ce7-4cdd-b7b4-8899ea88d289" providerId="ADAL" clId="{4725F99E-EFE0-4780-BB38-6BDDFB9F73C4}" dt="2025-10-27T07:44:34.772" v="1029" actId="790"/>
          <ac:spMkLst>
            <pc:docMk/>
            <pc:sldMk cId="3471097262" sldId="261"/>
            <ac:spMk id="2" creationId="{0B9E15DC-F076-98D2-1BDF-BC01FEC9047B}"/>
          </ac:spMkLst>
        </pc:spChg>
        <pc:spChg chg="mod">
          <ac:chgData name="Graf Thomas, SCS-INI-NET-VNC-E2E" userId="487bc3e3-9ce7-4cdd-b7b4-8899ea88d289" providerId="ADAL" clId="{4725F99E-EFE0-4780-BB38-6BDDFB9F73C4}" dt="2025-10-27T07:44:34.772" v="1029" actId="790"/>
          <ac:spMkLst>
            <pc:docMk/>
            <pc:sldMk cId="3471097262" sldId="261"/>
            <ac:spMk id="3" creationId="{DA4A6F5D-9442-B583-BAB9-5A102B90EC22}"/>
          </ac:spMkLst>
        </pc:spChg>
        <pc:spChg chg="mod">
          <ac:chgData name="Graf Thomas, SCS-INI-NET-VNC-E2E" userId="487bc3e3-9ce7-4cdd-b7b4-8899ea88d289" providerId="ADAL" clId="{4725F99E-EFE0-4780-BB38-6BDDFB9F73C4}" dt="2025-10-27T07:44:34.772" v="1029" actId="790"/>
          <ac:spMkLst>
            <pc:docMk/>
            <pc:sldMk cId="3471097262" sldId="261"/>
            <ac:spMk id="4" creationId="{D216BDC7-4DE9-D9D5-0725-BBEF6CFE8DF1}"/>
          </ac:spMkLst>
        </pc:spChg>
      </pc:sldChg>
      <pc:sldChg chg="addSp delSp modSp mod">
        <pc:chgData name="Graf Thomas, SCS-INI-NET-VNC-E2E" userId="487bc3e3-9ce7-4cdd-b7b4-8899ea88d289" providerId="ADAL" clId="{4725F99E-EFE0-4780-BB38-6BDDFB9F73C4}" dt="2025-10-27T07:44:42.065" v="1030" actId="790"/>
        <pc:sldMkLst>
          <pc:docMk/>
          <pc:sldMk cId="2332748115" sldId="263"/>
        </pc:sldMkLst>
        <pc:spChg chg="mod">
          <ac:chgData name="Graf Thomas, SCS-INI-NET-VNC-E2E" userId="487bc3e3-9ce7-4cdd-b7b4-8899ea88d289" providerId="ADAL" clId="{4725F99E-EFE0-4780-BB38-6BDDFB9F73C4}" dt="2025-10-27T07:44:42.065" v="1030" actId="790"/>
          <ac:spMkLst>
            <pc:docMk/>
            <pc:sldMk cId="2332748115" sldId="263"/>
            <ac:spMk id="2" creationId="{0B9E15DC-F076-98D2-1BDF-BC01FEC9047B}"/>
          </ac:spMkLst>
        </pc:spChg>
        <pc:spChg chg="mod">
          <ac:chgData name="Graf Thomas, SCS-INI-NET-VNC-E2E" userId="487bc3e3-9ce7-4cdd-b7b4-8899ea88d289" providerId="ADAL" clId="{4725F99E-EFE0-4780-BB38-6BDDFB9F73C4}" dt="2025-10-27T07:44:42.065" v="1030" actId="790"/>
          <ac:spMkLst>
            <pc:docMk/>
            <pc:sldMk cId="2332748115" sldId="263"/>
            <ac:spMk id="4" creationId="{D216BDC7-4DE9-D9D5-0725-BBEF6CFE8DF1}"/>
          </ac:spMkLst>
        </pc:spChg>
        <pc:picChg chg="add mod">
          <ac:chgData name="Graf Thomas, SCS-INI-NET-VNC-E2E" userId="487bc3e3-9ce7-4cdd-b7b4-8899ea88d289" providerId="ADAL" clId="{4725F99E-EFE0-4780-BB38-6BDDFB9F73C4}" dt="2025-10-27T07:37:15.090" v="980" actId="1076"/>
          <ac:picMkLst>
            <pc:docMk/>
            <pc:sldMk cId="2332748115" sldId="263"/>
            <ac:picMk id="5" creationId="{C77538C2-7C9A-3216-1AE2-BF708EE8B9D4}"/>
          </ac:picMkLst>
        </pc:picChg>
        <pc:picChg chg="del">
          <ac:chgData name="Graf Thomas, SCS-INI-NET-VNC-E2E" userId="487bc3e3-9ce7-4cdd-b7b4-8899ea88d289" providerId="ADAL" clId="{4725F99E-EFE0-4780-BB38-6BDDFB9F73C4}" dt="2025-10-27T07:37:12.161" v="978" actId="478"/>
          <ac:picMkLst>
            <pc:docMk/>
            <pc:sldMk cId="2332748115" sldId="263"/>
            <ac:picMk id="8" creationId="{0FE2E727-241A-266F-6298-ED3732DB7159}"/>
          </ac:picMkLst>
        </pc:picChg>
      </pc:sldChg>
      <pc:sldChg chg="addSp delSp modSp mod">
        <pc:chgData name="Graf Thomas, SCS-INI-NET-VNC-E2E" userId="487bc3e3-9ce7-4cdd-b7b4-8899ea88d289" providerId="ADAL" clId="{4725F99E-EFE0-4780-BB38-6BDDFB9F73C4}" dt="2025-10-27T07:48:38.632" v="1041" actId="14100"/>
        <pc:sldMkLst>
          <pc:docMk/>
          <pc:sldMk cId="703495152" sldId="264"/>
        </pc:sldMkLst>
        <pc:spChg chg="mod">
          <ac:chgData name="Graf Thomas, SCS-INI-NET-VNC-E2E" userId="487bc3e3-9ce7-4cdd-b7b4-8899ea88d289" providerId="ADAL" clId="{4725F99E-EFE0-4780-BB38-6BDDFB9F73C4}" dt="2025-10-27T07:44:47.943" v="1031" actId="790"/>
          <ac:spMkLst>
            <pc:docMk/>
            <pc:sldMk cId="703495152" sldId="264"/>
            <ac:spMk id="2" creationId="{0B9E15DC-F076-98D2-1BDF-BC01FEC9047B}"/>
          </ac:spMkLst>
        </pc:spChg>
        <pc:spChg chg="mod">
          <ac:chgData name="Graf Thomas, SCS-INI-NET-VNC-E2E" userId="487bc3e3-9ce7-4cdd-b7b4-8899ea88d289" providerId="ADAL" clId="{4725F99E-EFE0-4780-BB38-6BDDFB9F73C4}" dt="2025-10-27T07:48:38.632" v="1041" actId="14100"/>
          <ac:spMkLst>
            <pc:docMk/>
            <pc:sldMk cId="703495152" sldId="264"/>
            <ac:spMk id="4" creationId="{D216BDC7-4DE9-D9D5-0725-BBEF6CFE8DF1}"/>
          </ac:spMkLst>
        </pc:spChg>
        <pc:picChg chg="add mod">
          <ac:chgData name="Graf Thomas, SCS-INI-NET-VNC-E2E" userId="487bc3e3-9ce7-4cdd-b7b4-8899ea88d289" providerId="ADAL" clId="{4725F99E-EFE0-4780-BB38-6BDDFB9F73C4}" dt="2025-10-27T07:37:48.587" v="984" actId="1076"/>
          <ac:picMkLst>
            <pc:docMk/>
            <pc:sldMk cId="703495152" sldId="264"/>
            <ac:picMk id="5" creationId="{955DED86-4359-400B-59BB-069A3354E9A8}"/>
          </ac:picMkLst>
        </pc:picChg>
        <pc:picChg chg="del">
          <ac:chgData name="Graf Thomas, SCS-INI-NET-VNC-E2E" userId="487bc3e3-9ce7-4cdd-b7b4-8899ea88d289" providerId="ADAL" clId="{4725F99E-EFE0-4780-BB38-6BDDFB9F73C4}" dt="2025-10-27T07:37:42.540" v="981" actId="478"/>
          <ac:picMkLst>
            <pc:docMk/>
            <pc:sldMk cId="703495152" sldId="264"/>
            <ac:picMk id="7" creationId="{6908B6E2-39A5-0021-F9FA-09A16DCAD2EF}"/>
          </ac:picMkLst>
        </pc:picChg>
      </pc:sldChg>
      <pc:sldChg chg="modSp mod">
        <pc:chgData name="Graf Thomas, SCS-INI-NET-VNC-E2E" userId="487bc3e3-9ce7-4cdd-b7b4-8899ea88d289" providerId="ADAL" clId="{4725F99E-EFE0-4780-BB38-6BDDFB9F73C4}" dt="2025-10-27T07:48:32.985" v="1039" actId="14100"/>
        <pc:sldMkLst>
          <pc:docMk/>
          <pc:sldMk cId="1372742302" sldId="266"/>
        </pc:sldMkLst>
        <pc:spChg chg="mod">
          <ac:chgData name="Graf Thomas, SCS-INI-NET-VNC-E2E" userId="487bc3e3-9ce7-4cdd-b7b4-8899ea88d289" providerId="ADAL" clId="{4725F99E-EFE0-4780-BB38-6BDDFB9F73C4}" dt="2025-10-27T07:44:54.836" v="1032" actId="790"/>
          <ac:spMkLst>
            <pc:docMk/>
            <pc:sldMk cId="1372742302" sldId="266"/>
            <ac:spMk id="2" creationId="{0B9E15DC-F076-98D2-1BDF-BC01FEC9047B}"/>
          </ac:spMkLst>
        </pc:spChg>
        <pc:spChg chg="mod">
          <ac:chgData name="Graf Thomas, SCS-INI-NET-VNC-E2E" userId="487bc3e3-9ce7-4cdd-b7b4-8899ea88d289" providerId="ADAL" clId="{4725F99E-EFE0-4780-BB38-6BDDFB9F73C4}" dt="2025-10-27T07:44:54.836" v="1032" actId="790"/>
          <ac:spMkLst>
            <pc:docMk/>
            <pc:sldMk cId="1372742302" sldId="266"/>
            <ac:spMk id="3" creationId="{FED4E835-D652-159B-D0CD-7FC58A509645}"/>
          </ac:spMkLst>
        </pc:spChg>
        <pc:spChg chg="mod">
          <ac:chgData name="Graf Thomas, SCS-INI-NET-VNC-E2E" userId="487bc3e3-9ce7-4cdd-b7b4-8899ea88d289" providerId="ADAL" clId="{4725F99E-EFE0-4780-BB38-6BDDFB9F73C4}" dt="2025-10-27T07:48:32.985" v="1039" actId="14100"/>
          <ac:spMkLst>
            <pc:docMk/>
            <pc:sldMk cId="1372742302" sldId="266"/>
            <ac:spMk id="4" creationId="{D216BDC7-4DE9-D9D5-0725-BBEF6CFE8DF1}"/>
          </ac:spMkLst>
        </pc:spChg>
      </pc:sldChg>
      <pc:sldChg chg="modSp mod">
        <pc:chgData name="Graf Thomas, SCS-INI-NET-VNC-E2E" userId="487bc3e3-9ce7-4cdd-b7b4-8899ea88d289" providerId="ADAL" clId="{4725F99E-EFE0-4780-BB38-6BDDFB9F73C4}" dt="2025-10-27T07:44:28.099" v="1028" actId="790"/>
        <pc:sldMkLst>
          <pc:docMk/>
          <pc:sldMk cId="1383312952" sldId="267"/>
        </pc:sldMkLst>
        <pc:spChg chg="mod">
          <ac:chgData name="Graf Thomas, SCS-INI-NET-VNC-E2E" userId="487bc3e3-9ce7-4cdd-b7b4-8899ea88d289" providerId="ADAL" clId="{4725F99E-EFE0-4780-BB38-6BDDFB9F73C4}" dt="2025-10-27T07:44:28.099" v="1028" actId="790"/>
          <ac:spMkLst>
            <pc:docMk/>
            <pc:sldMk cId="1383312952" sldId="267"/>
            <ac:spMk id="113" creationId="{00000000-0000-0000-0000-000000000000}"/>
          </ac:spMkLst>
        </pc:spChg>
        <pc:spChg chg="mod">
          <ac:chgData name="Graf Thomas, SCS-INI-NET-VNC-E2E" userId="487bc3e3-9ce7-4cdd-b7b4-8899ea88d289" providerId="ADAL" clId="{4725F99E-EFE0-4780-BB38-6BDDFB9F73C4}" dt="2025-10-27T07:44:28.099" v="1028" actId="790"/>
          <ac:spMkLst>
            <pc:docMk/>
            <pc:sldMk cId="1383312952" sldId="267"/>
            <ac:spMk id="114" creationId="{00000000-0000-0000-0000-000000000000}"/>
          </ac:spMkLst>
        </pc:spChg>
      </pc:sldChg>
      <pc:sldChg chg="modSp mod">
        <pc:chgData name="Graf Thomas, SCS-INI-NET-VNC-E2E" userId="487bc3e3-9ce7-4cdd-b7b4-8899ea88d289" providerId="ADAL" clId="{4725F99E-EFE0-4780-BB38-6BDDFB9F73C4}" dt="2025-10-27T07:44:19.944" v="1027" actId="790"/>
        <pc:sldMkLst>
          <pc:docMk/>
          <pc:sldMk cId="1659843495" sldId="268"/>
        </pc:sldMkLst>
        <pc:spChg chg="mod">
          <ac:chgData name="Graf Thomas, SCS-INI-NET-VNC-E2E" userId="487bc3e3-9ce7-4cdd-b7b4-8899ea88d289" providerId="ADAL" clId="{4725F99E-EFE0-4780-BB38-6BDDFB9F73C4}" dt="2025-10-27T07:44:19.944" v="1027" actId="790"/>
          <ac:spMkLst>
            <pc:docMk/>
            <pc:sldMk cId="1659843495" sldId="268"/>
            <ac:spMk id="113" creationId="{00000000-0000-0000-0000-000000000000}"/>
          </ac:spMkLst>
        </pc:spChg>
        <pc:spChg chg="mod">
          <ac:chgData name="Graf Thomas, SCS-INI-NET-VNC-E2E" userId="487bc3e3-9ce7-4cdd-b7b4-8899ea88d289" providerId="ADAL" clId="{4725F99E-EFE0-4780-BB38-6BDDFB9F73C4}" dt="2025-10-27T07:44:19.944" v="1027" actId="790"/>
          <ac:spMkLst>
            <pc:docMk/>
            <pc:sldMk cId="1659843495" sldId="268"/>
            <ac:spMk id="114" creationId="{00000000-0000-0000-0000-000000000000}"/>
          </ac:spMkLst>
        </pc:spChg>
      </pc:sldChg>
      <pc:sldChg chg="modSp mod">
        <pc:chgData name="Graf Thomas, SCS-INI-NET-VNC-E2E" userId="487bc3e3-9ce7-4cdd-b7b4-8899ea88d289" providerId="ADAL" clId="{4725F99E-EFE0-4780-BB38-6BDDFB9F73C4}" dt="2025-10-27T07:48:26.232" v="1037" actId="14100"/>
        <pc:sldMkLst>
          <pc:docMk/>
          <pc:sldMk cId="2128497270" sldId="269"/>
        </pc:sldMkLst>
        <pc:spChg chg="mod">
          <ac:chgData name="Graf Thomas, SCS-INI-NET-VNC-E2E" userId="487bc3e3-9ce7-4cdd-b7b4-8899ea88d289" providerId="ADAL" clId="{4725F99E-EFE0-4780-BB38-6BDDFB9F73C4}" dt="2025-10-27T07:45:01.423" v="1033" actId="790"/>
          <ac:spMkLst>
            <pc:docMk/>
            <pc:sldMk cId="2128497270" sldId="269"/>
            <ac:spMk id="2" creationId="{0B9E15DC-F076-98D2-1BDF-BC01FEC9047B}"/>
          </ac:spMkLst>
        </pc:spChg>
        <pc:spChg chg="mod">
          <ac:chgData name="Graf Thomas, SCS-INI-NET-VNC-E2E" userId="487bc3e3-9ce7-4cdd-b7b4-8899ea88d289" providerId="ADAL" clId="{4725F99E-EFE0-4780-BB38-6BDDFB9F73C4}" dt="2025-10-27T07:48:05.605" v="1036" actId="20577"/>
          <ac:spMkLst>
            <pc:docMk/>
            <pc:sldMk cId="2128497270" sldId="269"/>
            <ac:spMk id="3" creationId="{FED4E835-D652-159B-D0CD-7FC58A509645}"/>
          </ac:spMkLst>
        </pc:spChg>
        <pc:spChg chg="mod">
          <ac:chgData name="Graf Thomas, SCS-INI-NET-VNC-E2E" userId="487bc3e3-9ce7-4cdd-b7b4-8899ea88d289" providerId="ADAL" clId="{4725F99E-EFE0-4780-BB38-6BDDFB9F73C4}" dt="2025-10-27T07:48:26.232" v="1037" actId="14100"/>
          <ac:spMkLst>
            <pc:docMk/>
            <pc:sldMk cId="2128497270" sldId="269"/>
            <ac:spMk id="4" creationId="{D216BDC7-4DE9-D9D5-0725-BBEF6CFE8DF1}"/>
          </ac:spMkLst>
        </pc:spChg>
      </pc:sldChg>
      <pc:sldChg chg="modSp mod">
        <pc:chgData name="Graf Thomas, SCS-INI-NET-VNC-E2E" userId="487bc3e3-9ce7-4cdd-b7b4-8899ea88d289" providerId="ADAL" clId="{4725F99E-EFE0-4780-BB38-6BDDFB9F73C4}" dt="2025-10-27T07:49:36.115" v="1042" actId="20577"/>
        <pc:sldMkLst>
          <pc:docMk/>
          <pc:sldMk cId="2434865477" sldId="270"/>
        </pc:sldMkLst>
        <pc:spChg chg="mod">
          <ac:chgData name="Graf Thomas, SCS-INI-NET-VNC-E2E" userId="487bc3e3-9ce7-4cdd-b7b4-8899ea88d289" providerId="ADAL" clId="{4725F99E-EFE0-4780-BB38-6BDDFB9F73C4}" dt="2025-10-27T07:44:12.337" v="1026" actId="790"/>
          <ac:spMkLst>
            <pc:docMk/>
            <pc:sldMk cId="2434865477" sldId="270"/>
            <ac:spMk id="2" creationId="{0B9E15DC-F076-98D2-1BDF-BC01FEC9047B}"/>
          </ac:spMkLst>
        </pc:spChg>
        <pc:spChg chg="mod">
          <ac:chgData name="Graf Thomas, SCS-INI-NET-VNC-E2E" userId="487bc3e3-9ce7-4cdd-b7b4-8899ea88d289" providerId="ADAL" clId="{4725F99E-EFE0-4780-BB38-6BDDFB9F73C4}" dt="2025-10-27T07:49:36.115" v="1042" actId="20577"/>
          <ac:spMkLst>
            <pc:docMk/>
            <pc:sldMk cId="2434865477" sldId="270"/>
            <ac:spMk id="3" creationId="{DA4A6F5D-9442-B583-BAB9-5A102B90EC22}"/>
          </ac:spMkLst>
        </pc:spChg>
        <pc:spChg chg="mod">
          <ac:chgData name="Graf Thomas, SCS-INI-NET-VNC-E2E" userId="487bc3e3-9ce7-4cdd-b7b4-8899ea88d289" providerId="ADAL" clId="{4725F99E-EFE0-4780-BB38-6BDDFB9F73C4}" dt="2025-10-27T07:44:12.337" v="1026" actId="790"/>
          <ac:spMkLst>
            <pc:docMk/>
            <pc:sldMk cId="2434865477" sldId="270"/>
            <ac:spMk id="4" creationId="{D216BDC7-4DE9-D9D5-0725-BBEF6CFE8DF1}"/>
          </ac:spMkLst>
        </pc:spChg>
      </pc:sldChg>
      <pc:sldChg chg="addSp delSp modSp mod">
        <pc:chgData name="Graf Thomas, SCS-INI-NET-VNC-E2E" userId="487bc3e3-9ce7-4cdd-b7b4-8899ea88d289" providerId="ADAL" clId="{4725F99E-EFE0-4780-BB38-6BDDFB9F73C4}" dt="2025-10-27T07:48:35.751" v="1040" actId="14100"/>
        <pc:sldMkLst>
          <pc:docMk/>
          <pc:sldMk cId="1859012803" sldId="271"/>
        </pc:sldMkLst>
        <pc:spChg chg="mod">
          <ac:chgData name="Graf Thomas, SCS-INI-NET-VNC-E2E" userId="487bc3e3-9ce7-4cdd-b7b4-8899ea88d289" providerId="ADAL" clId="{4725F99E-EFE0-4780-BB38-6BDDFB9F73C4}" dt="2025-10-27T07:38:34.436" v="1021" actId="20577"/>
          <ac:spMkLst>
            <pc:docMk/>
            <pc:sldMk cId="1859012803" sldId="271"/>
            <ac:spMk id="2" creationId="{0B9E15DC-F076-98D2-1BDF-BC01FEC9047B}"/>
          </ac:spMkLst>
        </pc:spChg>
        <pc:spChg chg="mod">
          <ac:chgData name="Graf Thomas, SCS-INI-NET-VNC-E2E" userId="487bc3e3-9ce7-4cdd-b7b4-8899ea88d289" providerId="ADAL" clId="{4725F99E-EFE0-4780-BB38-6BDDFB9F73C4}" dt="2025-10-27T07:48:35.751" v="1040" actId="14100"/>
          <ac:spMkLst>
            <pc:docMk/>
            <pc:sldMk cId="1859012803" sldId="271"/>
            <ac:spMk id="4" creationId="{D216BDC7-4DE9-D9D5-0725-BBEF6CFE8DF1}"/>
          </ac:spMkLst>
        </pc:spChg>
        <pc:picChg chg="add mod">
          <ac:chgData name="Graf Thomas, SCS-INI-NET-VNC-E2E" userId="487bc3e3-9ce7-4cdd-b7b4-8899ea88d289" providerId="ADAL" clId="{4725F99E-EFE0-4780-BB38-6BDDFB9F73C4}" dt="2025-10-27T07:38:15.639" v="987" actId="1076"/>
          <ac:picMkLst>
            <pc:docMk/>
            <pc:sldMk cId="1859012803" sldId="271"/>
            <ac:picMk id="5" creationId="{45D31BC4-5700-0D94-0AC5-B7C45E3F062E}"/>
          </ac:picMkLst>
        </pc:picChg>
        <pc:picChg chg="del">
          <ac:chgData name="Graf Thomas, SCS-INI-NET-VNC-E2E" userId="487bc3e3-9ce7-4cdd-b7b4-8899ea88d289" providerId="ADAL" clId="{4725F99E-EFE0-4780-BB38-6BDDFB9F73C4}" dt="2025-10-27T07:38:13.368" v="985" actId="478"/>
          <ac:picMkLst>
            <pc:docMk/>
            <pc:sldMk cId="1859012803" sldId="271"/>
            <ac:picMk id="8" creationId="{697269CB-B267-81D6-58B2-8188C7BB4F46}"/>
          </ac:picMkLst>
        </pc:picChg>
      </pc:sldChg>
      <pc:sldChg chg="del">
        <pc:chgData name="Graf Thomas, SCS-INI-NET-VNC-E2E" userId="487bc3e3-9ce7-4cdd-b7b4-8899ea88d289" providerId="ADAL" clId="{4725F99E-EFE0-4780-BB38-6BDDFB9F73C4}" dt="2025-10-27T07:29:31.409" v="861" actId="2696"/>
        <pc:sldMkLst>
          <pc:docMk/>
          <pc:sldMk cId="333926329" sldId="272"/>
        </pc:sldMkLst>
      </pc:sldChg>
    </pc:docChg>
  </pc:docChgLst>
  <pc:docChgLst>
    <pc:chgData name="Graf Thomas, SCS-INI-NET-VNC-E2E" userId="487bc3e3-9ce7-4cdd-b7b4-8899ea88d289" providerId="ADAL" clId="{4403439A-50EC-49D8-B7F6-3D7264685FDE}"/>
    <pc:docChg chg="undo custSel addSld modSld sldOrd">
      <pc:chgData name="Graf Thomas, SCS-INI-NET-VNC-E2E" userId="487bc3e3-9ce7-4cdd-b7b4-8899ea88d289" providerId="ADAL" clId="{4403439A-50EC-49D8-B7F6-3D7264685FDE}" dt="2025-07-21T05:25:01.641" v="1423" actId="1076"/>
      <pc:docMkLst>
        <pc:docMk/>
      </pc:docMkLst>
      <pc:sldChg chg="modSp mod">
        <pc:chgData name="Graf Thomas, SCS-INI-NET-VNC-E2E" userId="487bc3e3-9ce7-4cdd-b7b4-8899ea88d289" providerId="ADAL" clId="{4403439A-50EC-49D8-B7F6-3D7264685FDE}" dt="2025-07-10T05:43:59.555" v="6" actId="20577"/>
        <pc:sldMkLst>
          <pc:docMk/>
          <pc:sldMk cId="0" sldId="256"/>
        </pc:sldMkLst>
      </pc:sldChg>
      <pc:sldChg chg="ord">
        <pc:chgData name="Graf Thomas, SCS-INI-NET-VNC-E2E" userId="487bc3e3-9ce7-4cdd-b7b4-8899ea88d289" providerId="ADAL" clId="{4403439A-50EC-49D8-B7F6-3D7264685FDE}" dt="2025-07-10T06:22:20.341" v="686"/>
        <pc:sldMkLst>
          <pc:docMk/>
          <pc:sldMk cId="0" sldId="259"/>
        </pc:sldMkLst>
      </pc:sldChg>
      <pc:sldChg chg="modSp mod">
        <pc:chgData name="Graf Thomas, SCS-INI-NET-VNC-E2E" userId="487bc3e3-9ce7-4cdd-b7b4-8899ea88d289" providerId="ADAL" clId="{4403439A-50EC-49D8-B7F6-3D7264685FDE}" dt="2025-07-10T05:48:14.572" v="76" actId="20577"/>
        <pc:sldMkLst>
          <pc:docMk/>
          <pc:sldMk cId="0" sldId="260"/>
        </pc:sldMkLst>
      </pc:sldChg>
      <pc:sldChg chg="modSp mod">
        <pc:chgData name="Graf Thomas, SCS-INI-NET-VNC-E2E" userId="487bc3e3-9ce7-4cdd-b7b4-8899ea88d289" providerId="ADAL" clId="{4403439A-50EC-49D8-B7F6-3D7264685FDE}" dt="2025-07-10T05:44:34.935" v="15" actId="20577"/>
        <pc:sldMkLst>
          <pc:docMk/>
          <pc:sldMk cId="3471097262" sldId="261"/>
        </pc:sldMkLst>
      </pc:sldChg>
      <pc:sldChg chg="addSp delSp modSp mod">
        <pc:chgData name="Graf Thomas, SCS-INI-NET-VNC-E2E" userId="487bc3e3-9ce7-4cdd-b7b4-8899ea88d289" providerId="ADAL" clId="{4403439A-50EC-49D8-B7F6-3D7264685FDE}" dt="2025-07-21T05:25:01.641" v="1423" actId="1076"/>
        <pc:sldMkLst>
          <pc:docMk/>
          <pc:sldMk cId="2332748115" sldId="263"/>
        </pc:sldMkLst>
      </pc:sldChg>
      <pc:sldChg chg="addSp delSp modSp mod">
        <pc:chgData name="Graf Thomas, SCS-INI-NET-VNC-E2E" userId="487bc3e3-9ce7-4cdd-b7b4-8899ea88d289" providerId="ADAL" clId="{4403439A-50EC-49D8-B7F6-3D7264685FDE}" dt="2025-07-14T15:38:27.636" v="757" actId="1076"/>
        <pc:sldMkLst>
          <pc:docMk/>
          <pc:sldMk cId="703495152" sldId="264"/>
        </pc:sldMkLst>
      </pc:sldChg>
      <pc:sldChg chg="modSp mod">
        <pc:chgData name="Graf Thomas, SCS-INI-NET-VNC-E2E" userId="487bc3e3-9ce7-4cdd-b7b4-8899ea88d289" providerId="ADAL" clId="{4403439A-50EC-49D8-B7F6-3D7264685FDE}" dt="2025-07-10T06:06:38.835" v="223" actId="14100"/>
        <pc:sldMkLst>
          <pc:docMk/>
          <pc:sldMk cId="1372742302" sldId="266"/>
        </pc:sldMkLst>
      </pc:sldChg>
      <pc:sldChg chg="modSp add mod">
        <pc:chgData name="Graf Thomas, SCS-INI-NET-VNC-E2E" userId="487bc3e3-9ce7-4cdd-b7b4-8899ea88d289" providerId="ADAL" clId="{4403439A-50EC-49D8-B7F6-3D7264685FDE}" dt="2025-07-10T06:00:40.529" v="209" actId="20577"/>
        <pc:sldMkLst>
          <pc:docMk/>
          <pc:sldMk cId="1383312952" sldId="267"/>
        </pc:sldMkLst>
      </pc:sldChg>
      <pc:sldChg chg="modSp add mod ord">
        <pc:chgData name="Graf Thomas, SCS-INI-NET-VNC-E2E" userId="487bc3e3-9ce7-4cdd-b7b4-8899ea88d289" providerId="ADAL" clId="{4403439A-50EC-49D8-B7F6-3D7264685FDE}" dt="2025-07-10T06:00:34.413" v="207" actId="20577"/>
        <pc:sldMkLst>
          <pc:docMk/>
          <pc:sldMk cId="1659843495" sldId="268"/>
        </pc:sldMkLst>
      </pc:sldChg>
      <pc:sldChg chg="modSp add mod">
        <pc:chgData name="Graf Thomas, SCS-INI-NET-VNC-E2E" userId="487bc3e3-9ce7-4cdd-b7b4-8899ea88d289" providerId="ADAL" clId="{4403439A-50EC-49D8-B7F6-3D7264685FDE}" dt="2025-07-10T06:19:40.757" v="684" actId="20577"/>
        <pc:sldMkLst>
          <pc:docMk/>
          <pc:sldMk cId="2128497270" sldId="269"/>
        </pc:sldMkLst>
      </pc:sldChg>
      <pc:sldChg chg="modSp add mod ord">
        <pc:chgData name="Graf Thomas, SCS-INI-NET-VNC-E2E" userId="487bc3e3-9ce7-4cdd-b7b4-8899ea88d289" providerId="ADAL" clId="{4403439A-50EC-49D8-B7F6-3D7264685FDE}" dt="2025-07-15T09:01:50.650" v="1407" actId="20577"/>
        <pc:sldMkLst>
          <pc:docMk/>
          <pc:sldMk cId="2434865477" sldId="270"/>
        </pc:sldMkLst>
      </pc:sldChg>
      <pc:sldChg chg="addSp delSp modSp add mod">
        <pc:chgData name="Graf Thomas, SCS-INI-NET-VNC-E2E" userId="487bc3e3-9ce7-4cdd-b7b4-8899ea88d289" providerId="ADAL" clId="{4403439A-50EC-49D8-B7F6-3D7264685FDE}" dt="2025-07-14T15:38:57.390" v="780" actId="1076"/>
        <pc:sldMkLst>
          <pc:docMk/>
          <pc:sldMk cId="1859012803" sldId="2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400" b="0" i="0" u="none" strike="noStrike" cap="none">
                <a:latin typeface="Arial"/>
                <a:ea typeface="Arial"/>
                <a:cs typeface="Arial"/>
                <a:sym typeface="Arial"/>
              </a:defRPr>
            </a:lvl1pPr>
            <a:lvl2pPr marL="914400" marR="0" lvl="1" indent="-228600" algn="l" rtl="0">
              <a:spcBef>
                <a:spcPts val="0"/>
              </a:spcBef>
              <a:spcAft>
                <a:spcPts val="0"/>
              </a:spcAft>
              <a:buSzPts val="1400"/>
              <a:buNone/>
              <a:defRPr sz="1400" b="0" i="0" u="none" strike="noStrike" cap="none">
                <a:latin typeface="Arial"/>
                <a:ea typeface="Arial"/>
                <a:cs typeface="Arial"/>
                <a:sym typeface="Arial"/>
              </a:defRPr>
            </a:lvl2pPr>
            <a:lvl3pPr marL="1371600" marR="0" lvl="2" indent="-228600" algn="l" rtl="0">
              <a:spcBef>
                <a:spcPts val="0"/>
              </a:spcBef>
              <a:spcAft>
                <a:spcPts val="0"/>
              </a:spcAft>
              <a:buSzPts val="1400"/>
              <a:buNone/>
              <a:defRPr sz="1400" b="0" i="0" u="none" strike="noStrike" cap="none">
                <a:latin typeface="Arial"/>
                <a:ea typeface="Arial"/>
                <a:cs typeface="Arial"/>
                <a:sym typeface="Arial"/>
              </a:defRPr>
            </a:lvl3pPr>
            <a:lvl4pPr marL="1828800" marR="0" lvl="3" indent="-228600" algn="l" rtl="0">
              <a:spcBef>
                <a:spcPts val="0"/>
              </a:spcBef>
              <a:spcAft>
                <a:spcPts val="0"/>
              </a:spcAft>
              <a:buSzPts val="1400"/>
              <a:buNone/>
              <a:defRPr sz="1400" b="0" i="0" u="none" strike="noStrike" cap="none">
                <a:latin typeface="Arial"/>
                <a:ea typeface="Arial"/>
                <a:cs typeface="Arial"/>
                <a:sym typeface="Arial"/>
              </a:defRPr>
            </a:lvl4pPr>
            <a:lvl5pPr marL="2286000" marR="0" lvl="4" indent="-228600" algn="l" rtl="0">
              <a:spcBef>
                <a:spcPts val="0"/>
              </a:spcBef>
              <a:spcAft>
                <a:spcPts val="0"/>
              </a:spcAft>
              <a:buSzPts val="1400"/>
              <a:buNone/>
              <a:defRPr sz="1400" b="0" i="0" u="none" strike="noStrike" cap="none">
                <a:latin typeface="Arial"/>
                <a:ea typeface="Arial"/>
                <a:cs typeface="Arial"/>
                <a:sym typeface="Arial"/>
              </a:defRPr>
            </a:lvl5pPr>
            <a:lvl6pPr marL="2743200" marR="0" lvl="5" indent="-228600" algn="l" rtl="0">
              <a:spcBef>
                <a:spcPts val="0"/>
              </a:spcBef>
              <a:spcAft>
                <a:spcPts val="0"/>
              </a:spcAft>
              <a:buSzPts val="1400"/>
              <a:buNone/>
              <a:defRPr sz="1400" b="0" i="0" u="none" strike="noStrike" cap="none">
                <a:latin typeface="Arial"/>
                <a:ea typeface="Arial"/>
                <a:cs typeface="Arial"/>
                <a:sym typeface="Arial"/>
              </a:defRPr>
            </a:lvl6pPr>
            <a:lvl7pPr marL="3200400" marR="0" lvl="6" indent="-228600" algn="l" rtl="0">
              <a:spcBef>
                <a:spcPts val="0"/>
              </a:spcBef>
              <a:spcAft>
                <a:spcPts val="0"/>
              </a:spcAft>
              <a:buSzPts val="1400"/>
              <a:buNone/>
              <a:defRPr sz="1400" b="0" i="0" u="none" strike="noStrike" cap="none">
                <a:latin typeface="Arial"/>
                <a:ea typeface="Arial"/>
                <a:cs typeface="Arial"/>
                <a:sym typeface="Arial"/>
              </a:defRPr>
            </a:lvl7pPr>
            <a:lvl8pPr marL="3657600" marR="0" lvl="7" indent="-228600" algn="l" rtl="0">
              <a:spcBef>
                <a:spcPts val="0"/>
              </a:spcBef>
              <a:spcAft>
                <a:spcPts val="0"/>
              </a:spcAft>
              <a:buSzPts val="1400"/>
              <a:buNone/>
              <a:defRPr sz="1400" b="0" i="0" u="none" strike="noStrike" cap="none">
                <a:latin typeface="Arial"/>
                <a:ea typeface="Arial"/>
                <a:cs typeface="Arial"/>
                <a:sym typeface="Arial"/>
              </a:defRPr>
            </a:lvl8pPr>
            <a:lvl9pPr marL="4114800" marR="0" lvl="8" indent="-228600" algn="l" rtl="0">
              <a:spcBef>
                <a:spcPts val="0"/>
              </a:spcBef>
              <a:spcAft>
                <a:spcPts val="0"/>
              </a:spcAft>
              <a:buSzPts val="1400"/>
              <a:buNone/>
              <a:defRPr sz="1400" b="0" i="0" u="none" strike="noStrike" cap="none">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datatracker.ietf.org/meeting/120/materials/slides-120-eodir-sessb-note-well-dos-and-donts"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7" name="Google Shape;97;p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7179d949db_7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g7179d949db_7_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1200">
                <a:solidFill>
                  <a:srgbClr val="424242"/>
                </a:solidFill>
                <a:highlight>
                  <a:srgbClr val="FFFFFF"/>
                </a:highlight>
                <a:latin typeface="Roboto"/>
                <a:ea typeface="Roboto"/>
                <a:cs typeface="Roboto"/>
                <a:sym typeface="Roboto"/>
              </a:rPr>
              <a:t>The IETF Note Well should be shown at the start of every IETF working session. The guidance below is </a:t>
            </a:r>
            <a:r>
              <a:rPr lang="en-US" sz="1200" u="sng">
                <a:solidFill>
                  <a:srgbClr val="1976D2"/>
                </a:solidFill>
                <a:latin typeface="Roboto"/>
                <a:ea typeface="Roboto"/>
                <a:cs typeface="Roboto"/>
                <a:sym typeface="Roboto"/>
                <a:hlinkClick r:id="rId3">
                  <a:extLst>
                    <a:ext uri="{A12FA001-AC4F-418D-AE19-62706E023703}">
                      <ahyp:hlinkClr xmlns:ahyp="http://schemas.microsoft.com/office/drawing/2018/hyperlinkcolor" val="tx"/>
                    </a:ext>
                  </a:extLst>
                </a:hlinkClick>
              </a:rPr>
              <a:t>adapted from IETF legal counsel presentation during IETF 120</a:t>
            </a:r>
            <a:endParaRPr sz="1200">
              <a:solidFill>
                <a:srgbClr val="1B5E20"/>
              </a:solidFill>
              <a:highlight>
                <a:srgbClr val="E8F5E9"/>
              </a:highlight>
              <a:latin typeface="Roboto"/>
              <a:ea typeface="Roboto"/>
              <a:cs typeface="Roboto"/>
              <a:sym typeface="Roboto"/>
            </a:endParaRPr>
          </a:p>
          <a:p>
            <a:pPr marL="0" lvl="0" indent="0" algn="l" rtl="0">
              <a:lnSpc>
                <a:spcPct val="115000"/>
              </a:lnSpc>
              <a:spcBef>
                <a:spcPts val="0"/>
              </a:spcBef>
              <a:spcAft>
                <a:spcPts val="0"/>
              </a:spcAft>
              <a:buNone/>
            </a:pPr>
            <a:endParaRPr sz="1200">
              <a:solidFill>
                <a:srgbClr val="1B5E20"/>
              </a:solidFill>
              <a:highlight>
                <a:srgbClr val="E8F5E9"/>
              </a:highlight>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200">
                <a:solidFill>
                  <a:srgbClr val="1B5E20"/>
                </a:solidFill>
                <a:highlight>
                  <a:srgbClr val="E8F5E9"/>
                </a:highlight>
                <a:latin typeface="Roboto"/>
                <a:ea typeface="Roboto"/>
                <a:cs typeface="Roboto"/>
                <a:sym typeface="Roboto"/>
              </a:rPr>
              <a:t>DO</a:t>
            </a:r>
            <a:endParaRPr sz="1200">
              <a:solidFill>
                <a:srgbClr val="1B5E20"/>
              </a:solidFill>
              <a:highlight>
                <a:srgbClr val="E8F5E9"/>
              </a:highlight>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make sure people have enough time to read through the slide before you move on,</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give a high-level summary of what’s covered in the Note Well: “IETF policies on conduct, privacy and IPR.”,</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encourage people to read through all the linked policies &amp; documents in detail before participating or contributing,</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explain where people can direct questions or concerns (IETF Executive Director or Ombudsteam).</a:t>
            </a:r>
            <a:endParaRPr sz="1200">
              <a:solidFill>
                <a:srgbClr val="424242"/>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200">
                <a:solidFill>
                  <a:srgbClr val="B33F00"/>
                </a:solidFill>
                <a:highlight>
                  <a:srgbClr val="FFF3E0"/>
                </a:highlight>
                <a:latin typeface="Roboto"/>
                <a:ea typeface="Roboto"/>
                <a:cs typeface="Roboto"/>
                <a:sym typeface="Roboto"/>
              </a:rPr>
              <a:t>DON'T</a:t>
            </a:r>
            <a:endParaRPr sz="1200">
              <a:solidFill>
                <a:srgbClr val="B33F00"/>
              </a:solidFill>
              <a:highlight>
                <a:srgbClr val="FFF3E0"/>
              </a:highlight>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dismiss the importance or relevance of any of the information on the Note Well.</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interpret the meaning or get into the substance of any of the topics or content of the policies.</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communicate that the Note Well conveys all the information participants need to know.</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address questions or concerns in the meeting itself.</a:t>
            </a:r>
            <a:endParaRPr sz="1200">
              <a:solidFill>
                <a:srgbClr val="424242"/>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endParaRPr sz="1200">
              <a:solidFill>
                <a:srgbClr val="424242"/>
              </a:solidFill>
              <a:latin typeface="Roboto"/>
              <a:ea typeface="Roboto"/>
              <a:cs typeface="Roboto"/>
              <a:sym typeface="Roboto"/>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32da09745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g232da09745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a9a795ffb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7" name="Google Shape;117;ga9a795ffbb_0_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2023046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32da09745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g232da09745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553377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32da09745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 name="Google Shape;111;g232da09745f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802205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14236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653003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272043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081084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447235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71a2a6c778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6" name="Google Shape;126;g71a2a6c778_0_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solidFill>
          <a:srgbClr val="002D3C"/>
        </a:solidFill>
        <a:effectLst/>
      </p:bgPr>
    </p:bg>
    <p:spTree>
      <p:nvGrpSpPr>
        <p:cNvPr id="1" name="Shape 9"/>
        <p:cNvGrpSpPr/>
        <p:nvPr/>
      </p:nvGrpSpPr>
      <p:grpSpPr>
        <a:xfrm>
          <a:off x="0" y="0"/>
          <a:ext cx="0" cy="0"/>
          <a:chOff x="0" y="0"/>
          <a:chExt cx="0" cy="0"/>
        </a:xfrm>
      </p:grpSpPr>
      <p:sp>
        <p:nvSpPr>
          <p:cNvPr id="10" name="Google Shape;10;p2"/>
          <p:cNvSpPr txBox="1">
            <a:spLocks noGrp="1"/>
          </p:cNvSpPr>
          <p:nvPr>
            <p:ph type="title"/>
          </p:nvPr>
        </p:nvSpPr>
        <p:spPr>
          <a:xfrm>
            <a:off x="754464" y="2104950"/>
            <a:ext cx="7635072" cy="933600"/>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4200"/>
              <a:buFont typeface="Inter"/>
              <a:buNone/>
              <a:defRPr sz="42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11" name="Google Shape;11;p2"/>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1pPr>
            <a:lvl2pPr marL="0" marR="0" lvl="1"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2pPr>
            <a:lvl3pPr marL="0" marR="0" lvl="2"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3pPr>
            <a:lvl4pPr marL="0" marR="0" lvl="3"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4pPr>
            <a:lvl5pPr marL="0" marR="0" lvl="4"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5pPr>
            <a:lvl6pPr marL="0" marR="0" lvl="5"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6pPr>
            <a:lvl7pPr marL="0" marR="0" lvl="6"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7pPr>
            <a:lvl8pPr marL="0" marR="0" lvl="7"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8pPr>
            <a:lvl9pPr marL="0" marR="0" lvl="8" indent="0" algn="r" rtl="0">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12" name="Google Shape;12;p2"/>
          <p:cNvSpPr/>
          <p:nvPr/>
        </p:nvSpPr>
        <p:spPr>
          <a:xfrm>
            <a:off x="-125" y="4147975"/>
            <a:ext cx="9144001" cy="995701"/>
          </a:xfrm>
          <a:prstGeom prst="rect">
            <a:avLst/>
          </a:prstGeom>
          <a:solidFill>
            <a:srgbClr val="FFFFFF"/>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pic>
        <p:nvPicPr>
          <p:cNvPr id="13" name="Google Shape;13;p2" descr="Shape 14"/>
          <p:cNvPicPr preferRelativeResize="0"/>
          <p:nvPr/>
        </p:nvPicPr>
        <p:blipFill rotWithShape="1">
          <a:blip r:embed="rId2">
            <a:alphaModFix/>
          </a:blip>
          <a:srcRect/>
          <a:stretch/>
        </p:blipFill>
        <p:spPr>
          <a:xfrm>
            <a:off x="7440438" y="4312261"/>
            <a:ext cx="1256176" cy="66712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_AND_BODY" type="tx">
  <p:cSld name="TITLE_AND_BODY">
    <p:bg>
      <p:bgPr>
        <a:solidFill>
          <a:srgbClr val="002D3C"/>
        </a:solidFill>
        <a:effectLst/>
      </p:bgPr>
    </p:bg>
    <p:spTree>
      <p:nvGrpSpPr>
        <p:cNvPr id="1" name="Shape 14"/>
        <p:cNvGrpSpPr/>
        <p:nvPr/>
      </p:nvGrpSpPr>
      <p:grpSpPr>
        <a:xfrm>
          <a:off x="0" y="0"/>
          <a:ext cx="0" cy="0"/>
          <a:chOff x="0" y="0"/>
          <a:chExt cx="0" cy="0"/>
        </a:xfrm>
      </p:grpSpPr>
      <p:sp>
        <p:nvSpPr>
          <p:cNvPr id="15" name="Google Shape;15;p3"/>
          <p:cNvSpPr/>
          <p:nvPr/>
        </p:nvSpPr>
        <p:spPr>
          <a:xfrm rot="10800000" flipH="1">
            <a:off x="0" y="1686000"/>
            <a:ext cx="9144000" cy="34575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16" name="Google Shape;16;p3"/>
          <p:cNvSpPr/>
          <p:nvPr/>
        </p:nvSpPr>
        <p:spPr>
          <a:xfrm>
            <a:off x="0" y="1685999"/>
            <a:ext cx="9144000" cy="108601"/>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17" name="Google Shape;17;p3"/>
          <p:cNvSpPr txBox="1">
            <a:spLocks noGrp="1"/>
          </p:cNvSpPr>
          <p:nvPr>
            <p:ph type="title"/>
          </p:nvPr>
        </p:nvSpPr>
        <p:spPr>
          <a:xfrm>
            <a:off x="471900" y="218223"/>
            <a:ext cx="8222100" cy="1288203"/>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3600"/>
              <a:buFont typeface="Inter"/>
              <a:buNone/>
              <a:defRPr sz="36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18" name="Google Shape;18;p3"/>
          <p:cNvSpPr txBox="1">
            <a:spLocks noGrp="1"/>
          </p:cNvSpPr>
          <p:nvPr>
            <p:ph type="body" idx="1"/>
          </p:nvPr>
        </p:nvSpPr>
        <p:spPr>
          <a:xfrm>
            <a:off x="471900" y="1919074"/>
            <a:ext cx="8222100" cy="2710201"/>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1pPr>
            <a:lvl2pPr marL="914400" marR="0" lvl="1"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2pPr>
            <a:lvl3pPr marL="1371600" marR="0" lvl="2"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3pPr>
            <a:lvl4pPr marL="1828800" marR="0" lvl="3"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4pPr>
            <a:lvl5pPr marL="2286000" marR="0" lvl="4"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19" name="Google Shape;19;p3"/>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1pPr>
            <a:lvl2pPr marL="0" marR="0" lvl="1"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2pPr>
            <a:lvl3pPr marL="0" marR="0" lvl="2"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3pPr>
            <a:lvl4pPr marL="0" marR="0" lvl="3"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4pPr>
            <a:lvl5pPr marL="0" marR="0" lvl="4"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5pPr>
            <a:lvl6pPr marL="0" marR="0" lvl="5"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6pPr>
            <a:lvl7pPr marL="0" marR="0" lvl="6"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7pPr>
            <a:lvl8pPr marL="0" marR="0" lvl="7"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8pPr>
            <a:lvl9pPr marL="0" marR="0" lvl="8"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1620">
          <p15:clr>
            <a:srgbClr val="F9AD4C"/>
          </p15:clr>
        </p15:guide>
        <p15:guide id="2" pos="2880">
          <p15:clr>
            <a:srgbClr val="F9AD4C"/>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_HEADER" type="secHead">
  <p:cSld name="SECTION_HEADER">
    <p:bg>
      <p:bgPr>
        <a:solidFill>
          <a:srgbClr val="002D3C"/>
        </a:solidFill>
        <a:effectLst/>
      </p:bgPr>
    </p:bg>
    <p:spTree>
      <p:nvGrpSpPr>
        <p:cNvPr id="1" name="Shape 20"/>
        <p:cNvGrpSpPr/>
        <p:nvPr/>
      </p:nvGrpSpPr>
      <p:grpSpPr>
        <a:xfrm>
          <a:off x="0" y="0"/>
          <a:ext cx="0" cy="0"/>
          <a:chOff x="0" y="0"/>
          <a:chExt cx="0" cy="0"/>
        </a:xfrm>
      </p:grpSpPr>
      <p:sp>
        <p:nvSpPr>
          <p:cNvPr id="21" name="Google Shape;21;p4"/>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1pPr>
            <a:lvl2pPr marL="0" marR="0" lvl="1"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2pPr>
            <a:lvl3pPr marL="0" marR="0" lvl="2"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3pPr>
            <a:lvl4pPr marL="0" marR="0" lvl="3"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4pPr>
            <a:lvl5pPr marL="0" marR="0" lvl="4"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5pPr>
            <a:lvl6pPr marL="0" marR="0" lvl="5"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6pPr>
            <a:lvl7pPr marL="0" marR="0" lvl="6"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7pPr>
            <a:lvl8pPr marL="0" marR="0" lvl="7"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8pPr>
            <a:lvl9pPr marL="0" marR="0" lvl="8" indent="0" algn="r" rtl="0">
              <a:lnSpc>
                <a:spcPct val="100000"/>
              </a:lnSpc>
              <a:spcBef>
                <a:spcPts val="0"/>
              </a:spcBef>
              <a:spcAft>
                <a:spcPts val="0"/>
              </a:spcAft>
              <a:buClr>
                <a:srgbClr val="FFFFFF"/>
              </a:buClr>
              <a:buSzPts val="1000"/>
              <a:buFont typeface="Roboto"/>
              <a:buNone/>
              <a:defRPr i="0" u="none" strike="noStrike" cap="none">
                <a:solidFill>
                  <a:srgbClr val="FFFFFF"/>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_AND_TWO_COLUMNS" type="twoColTx">
  <p:cSld name="TITLE_AND_TWO_COLUMNS">
    <p:bg>
      <p:bgPr>
        <a:solidFill>
          <a:srgbClr val="002D3C"/>
        </a:solidFill>
        <a:effectLst/>
      </p:bgPr>
    </p:bg>
    <p:spTree>
      <p:nvGrpSpPr>
        <p:cNvPr id="1" name="Shape 22"/>
        <p:cNvGrpSpPr/>
        <p:nvPr/>
      </p:nvGrpSpPr>
      <p:grpSpPr>
        <a:xfrm>
          <a:off x="0" y="0"/>
          <a:ext cx="0" cy="0"/>
          <a:chOff x="0" y="0"/>
          <a:chExt cx="0" cy="0"/>
        </a:xfrm>
      </p:grpSpPr>
      <p:sp>
        <p:nvSpPr>
          <p:cNvPr id="23" name="Google Shape;23;p5"/>
          <p:cNvSpPr/>
          <p:nvPr/>
        </p:nvSpPr>
        <p:spPr>
          <a:xfrm rot="10800000" flipH="1">
            <a:off x="0" y="1686000"/>
            <a:ext cx="9144000" cy="34575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24" name="Google Shape;24;p5"/>
          <p:cNvSpPr/>
          <p:nvPr/>
        </p:nvSpPr>
        <p:spPr>
          <a:xfrm>
            <a:off x="0" y="1685999"/>
            <a:ext cx="9144000" cy="108601"/>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25" name="Google Shape;25;p5"/>
          <p:cNvSpPr txBox="1">
            <a:spLocks noGrp="1"/>
          </p:cNvSpPr>
          <p:nvPr>
            <p:ph type="title"/>
          </p:nvPr>
        </p:nvSpPr>
        <p:spPr>
          <a:xfrm>
            <a:off x="471900" y="738725"/>
            <a:ext cx="8222100" cy="767701"/>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26" name="Google Shape;26;p5"/>
          <p:cNvSpPr txBox="1">
            <a:spLocks noGrp="1"/>
          </p:cNvSpPr>
          <p:nvPr>
            <p:ph type="body" idx="1"/>
          </p:nvPr>
        </p:nvSpPr>
        <p:spPr>
          <a:xfrm>
            <a:off x="471900" y="1919074"/>
            <a:ext cx="3999901" cy="2710201"/>
          </a:xfrm>
          <a:prstGeom prst="rect">
            <a:avLst/>
          </a:prstGeom>
          <a:noFill/>
          <a:ln>
            <a:noFill/>
          </a:ln>
        </p:spPr>
        <p:txBody>
          <a:bodyPr spcFirstLastPara="1" wrap="square" lIns="91400" tIns="91400" rIns="91400" bIns="91400" anchor="t" anchorCtr="0">
            <a:noAutofit/>
          </a:bodyPr>
          <a:lstStyle>
            <a:lvl1pPr marL="457200" marR="0" lvl="0"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1pPr>
            <a:lvl2pPr marL="914400" marR="0" lvl="1"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2pPr>
            <a:lvl3pPr marL="1371600" marR="0" lvl="2"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3pPr>
            <a:lvl4pPr marL="1828800" marR="0" lvl="3"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4pPr>
            <a:lvl5pPr marL="2286000" marR="0" lvl="4" indent="-317500" algn="l" rtl="0">
              <a:lnSpc>
                <a:spcPct val="115000"/>
              </a:lnSpc>
              <a:spcBef>
                <a:spcPts val="0"/>
              </a:spcBef>
              <a:spcAft>
                <a:spcPts val="0"/>
              </a:spcAft>
              <a:buClr>
                <a:srgbClr val="000000"/>
              </a:buClr>
              <a:buSzPts val="1400"/>
              <a:buFont typeface="Inter"/>
              <a:buChar char="○"/>
              <a:defRPr sz="1400" i="0" u="none" strike="noStrike" cap="none">
                <a:solidFill>
                  <a:srgbClr val="000000"/>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27" name="Google Shape;27;p5"/>
          <p:cNvSpPr txBox="1">
            <a:spLocks noGrp="1"/>
          </p:cNvSpPr>
          <p:nvPr>
            <p:ph type="body" idx="2"/>
          </p:nvPr>
        </p:nvSpPr>
        <p:spPr>
          <a:xfrm>
            <a:off x="4694249" y="1919074"/>
            <a:ext cx="3999901" cy="2710201"/>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1pPr>
            <a:lvl2pPr marL="914400" marR="0" lvl="1"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2pPr>
            <a:lvl3pPr marL="1371600" marR="0" lvl="2"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3pPr>
            <a:lvl4pPr marL="1828800" marR="0" lvl="3"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4pPr>
            <a:lvl5pPr marL="2286000" marR="0" lvl="4"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28" name="Google Shape;28;p5"/>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1pPr>
            <a:lvl2pPr marL="0" marR="0" lvl="1"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2pPr>
            <a:lvl3pPr marL="0" marR="0" lvl="2"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3pPr>
            <a:lvl4pPr marL="0" marR="0" lvl="3"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4pPr>
            <a:lvl5pPr marL="0" marR="0" lvl="4"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5pPr>
            <a:lvl6pPr marL="0" marR="0" lvl="5"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6pPr>
            <a:lvl7pPr marL="0" marR="0" lvl="6"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7pPr>
            <a:lvl8pPr marL="0" marR="0" lvl="7"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8pPr>
            <a:lvl9pPr marL="0" marR="0" lvl="8" indent="0" algn="r" rtl="0">
              <a:lnSpc>
                <a:spcPct val="100000"/>
              </a:lnSpc>
              <a:spcBef>
                <a:spcPts val="0"/>
              </a:spcBef>
              <a:spcAft>
                <a:spcPts val="0"/>
              </a:spcAft>
              <a:buClr>
                <a:srgbClr val="737373"/>
              </a:buClr>
              <a:buSzPts val="1000"/>
              <a:buFont typeface="Roboto"/>
              <a:buNone/>
              <a:defRPr i="0" u="none" strike="noStrike" cap="none">
                <a:solidFill>
                  <a:srgbClr val="737373"/>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hin title" type="titleOnly">
  <p:cSld name="TITLE_ONLY">
    <p:bg>
      <p:bgPr>
        <a:solidFill>
          <a:srgbClr val="002D3C"/>
        </a:solidFill>
        <a:effectLst/>
      </p:bgPr>
    </p:bg>
    <p:spTree>
      <p:nvGrpSpPr>
        <p:cNvPr id="1" name="Shape 29"/>
        <p:cNvGrpSpPr/>
        <p:nvPr/>
      </p:nvGrpSpPr>
      <p:grpSpPr>
        <a:xfrm>
          <a:off x="0" y="0"/>
          <a:ext cx="0" cy="0"/>
          <a:chOff x="0" y="0"/>
          <a:chExt cx="0" cy="0"/>
        </a:xfrm>
      </p:grpSpPr>
      <p:sp>
        <p:nvSpPr>
          <p:cNvPr id="30" name="Google Shape;30;p6"/>
          <p:cNvSpPr/>
          <p:nvPr/>
        </p:nvSpPr>
        <p:spPr>
          <a:xfrm rot="10800000" flipH="1">
            <a:off x="0" y="770474"/>
            <a:ext cx="9144000" cy="43803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4285F4"/>
              </a:solidFill>
              <a:latin typeface="Arial"/>
              <a:ea typeface="Arial"/>
              <a:cs typeface="Arial"/>
              <a:sym typeface="Arial"/>
            </a:endParaRPr>
          </a:p>
        </p:txBody>
      </p:sp>
      <p:sp>
        <p:nvSpPr>
          <p:cNvPr id="31" name="Google Shape;31;p6"/>
          <p:cNvSpPr txBox="1">
            <a:spLocks noGrp="1"/>
          </p:cNvSpPr>
          <p:nvPr>
            <p:ph type="title"/>
          </p:nvPr>
        </p:nvSpPr>
        <p:spPr>
          <a:xfrm>
            <a:off x="158699" y="61427"/>
            <a:ext cx="8826600" cy="602700"/>
          </a:xfrm>
          <a:prstGeom prst="rect">
            <a:avLst/>
          </a:prstGeom>
          <a:noFill/>
          <a:ln>
            <a:noFill/>
          </a:ln>
        </p:spPr>
        <p:txBody>
          <a:bodyPr spcFirstLastPara="1" wrap="square" lIns="91400" tIns="91400" rIns="91400" bIns="91400" anchor="ctr" anchorCtr="0">
            <a:noAutofit/>
          </a:bodyPr>
          <a:lstStyle>
            <a:lvl1pPr marR="0" lvl="0" algn="l" rtl="0">
              <a:lnSpc>
                <a:spcPct val="100000"/>
              </a:lnSpc>
              <a:spcBef>
                <a:spcPts val="0"/>
              </a:spcBef>
              <a:spcAft>
                <a:spcPts val="0"/>
              </a:spcAft>
              <a:buClr>
                <a:srgbClr val="FFFFFF"/>
              </a:buClr>
              <a:buSzPts val="2400"/>
              <a:buFont typeface="Inter"/>
              <a:buNone/>
              <a:defRPr sz="2400" i="0" u="none" strike="noStrike" cap="none">
                <a:solidFill>
                  <a:srgbClr val="FFFFFF"/>
                </a:solidFill>
                <a:latin typeface="Inter"/>
                <a:ea typeface="Inter"/>
                <a:cs typeface="Inter"/>
                <a:sym typeface="Inter"/>
              </a:defRPr>
            </a:lvl1pPr>
            <a:lvl2pPr marR="0" lvl="1"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2pPr>
            <a:lvl3pPr marR="0" lvl="2"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3pPr>
            <a:lvl4pPr marR="0" lvl="3"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4pPr>
            <a:lvl5pPr marR="0" lvl="4"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5pPr>
            <a:lvl6pPr marR="0" lvl="5"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6pPr>
            <a:lvl7pPr marR="0" lvl="6"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7pPr>
            <a:lvl8pPr marR="0" lvl="7"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8pPr>
            <a:lvl9pPr marR="0" lvl="8" algn="l" rtl="0">
              <a:lnSpc>
                <a:spcPct val="100000"/>
              </a:lnSpc>
              <a:spcBef>
                <a:spcPts val="0"/>
              </a:spcBef>
              <a:spcAft>
                <a:spcPts val="0"/>
              </a:spcAft>
              <a:buClr>
                <a:srgbClr val="FFFFFF"/>
              </a:buClr>
              <a:buSzPts val="3200"/>
              <a:buFont typeface="Inter"/>
              <a:buNone/>
              <a:defRPr sz="3200" i="0" u="none" strike="noStrike" cap="none">
                <a:solidFill>
                  <a:srgbClr val="FFFFFF"/>
                </a:solidFill>
                <a:latin typeface="Inter"/>
                <a:ea typeface="Inter"/>
                <a:cs typeface="Inter"/>
                <a:sym typeface="Inter"/>
              </a:defRPr>
            </a:lvl9pPr>
          </a:lstStyle>
          <a:p>
            <a:endParaRPr/>
          </a:p>
        </p:txBody>
      </p:sp>
      <p:sp>
        <p:nvSpPr>
          <p:cNvPr id="32" name="Google Shape;32;p6"/>
          <p:cNvSpPr txBox="1">
            <a:spLocks noGrp="1"/>
          </p:cNvSpPr>
          <p:nvPr>
            <p:ph type="body" idx="1"/>
          </p:nvPr>
        </p:nvSpPr>
        <p:spPr>
          <a:xfrm>
            <a:off x="460950" y="1001775"/>
            <a:ext cx="8222100" cy="3765300"/>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1pPr>
            <a:lvl2pPr marL="914400" marR="0" lvl="1"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2pPr>
            <a:lvl3pPr marL="1371600" marR="0" lvl="2"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3pPr>
            <a:lvl4pPr marL="1828800" marR="0" lvl="3"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4pPr>
            <a:lvl5pPr marL="2286000" marR="0" lvl="4" indent="-342900" algn="l" rtl="0">
              <a:lnSpc>
                <a:spcPct val="115000"/>
              </a:lnSpc>
              <a:spcBef>
                <a:spcPts val="0"/>
              </a:spcBef>
              <a:spcAft>
                <a:spcPts val="0"/>
              </a:spcAft>
              <a:buClr>
                <a:srgbClr val="002D3C"/>
              </a:buClr>
              <a:buSzPts val="1800"/>
              <a:buFont typeface="Inter"/>
              <a:buChar char="○"/>
              <a:defRPr sz="1800" i="0" u="none" strike="noStrike" cap="none">
                <a:solidFill>
                  <a:srgbClr val="002D3C"/>
                </a:solidFill>
                <a:latin typeface="Inter"/>
                <a:ea typeface="Inter"/>
                <a:cs typeface="Inter"/>
                <a:sym typeface="Inter"/>
              </a:defRPr>
            </a:lvl5pPr>
            <a:lvl6pPr marL="2743200" marR="0" lvl="5"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6pPr>
            <a:lvl7pPr marL="3200400" marR="0" lvl="6"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7pPr>
            <a:lvl8pPr marL="3657600" marR="0" lvl="7"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8pPr>
            <a:lvl9pPr marL="4114800" marR="0" lvl="8" indent="-342900" algn="l" rtl="0">
              <a:lnSpc>
                <a:spcPct val="115000"/>
              </a:lnSpc>
              <a:spcBef>
                <a:spcPts val="0"/>
              </a:spcBef>
              <a:spcAft>
                <a:spcPts val="0"/>
              </a:spcAft>
              <a:buClr>
                <a:srgbClr val="737373"/>
              </a:buClr>
              <a:buSzPts val="1800"/>
              <a:buFont typeface="Inter"/>
              <a:buChar char="■"/>
              <a:defRPr sz="1800" i="0" u="none" strike="noStrike" cap="none">
                <a:solidFill>
                  <a:srgbClr val="737373"/>
                </a:solidFill>
                <a:latin typeface="Inter"/>
                <a:ea typeface="Inter"/>
                <a:cs typeface="Inter"/>
                <a:sym typeface="Inter"/>
              </a:defRPr>
            </a:lvl9pPr>
          </a:lstStyle>
          <a:p>
            <a:endParaRPr/>
          </a:p>
        </p:txBody>
      </p:sp>
      <p:sp>
        <p:nvSpPr>
          <p:cNvPr id="33" name="Google Shape;33;p6"/>
          <p:cNvSpPr txBox="1">
            <a:spLocks noGrp="1"/>
          </p:cNvSpPr>
          <p:nvPr>
            <p:ph type="sldNum" idx="12"/>
          </p:nvPr>
        </p:nvSpPr>
        <p:spPr>
          <a:xfrm>
            <a:off x="8735428" y="4724798"/>
            <a:ext cx="336900" cy="335400"/>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1pPr>
            <a:lvl2pPr marL="0" marR="0" lvl="1"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2pPr>
            <a:lvl3pPr marL="0" marR="0" lvl="2"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3pPr>
            <a:lvl4pPr marL="0" marR="0" lvl="3"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4pPr>
            <a:lvl5pPr marL="0" marR="0" lvl="4"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5pPr>
            <a:lvl6pPr marL="0" marR="0" lvl="5"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6pPr>
            <a:lvl7pPr marL="0" marR="0" lvl="6"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7pPr>
            <a:lvl8pPr marL="0" marR="0" lvl="7"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8pPr>
            <a:lvl9pPr marL="0" marR="0" lvl="8" indent="0" algn="r" rtl="0">
              <a:lnSpc>
                <a:spcPct val="100000"/>
              </a:lnSpc>
              <a:spcBef>
                <a:spcPts val="0"/>
              </a:spcBef>
              <a:spcAft>
                <a:spcPts val="0"/>
              </a:spcAft>
              <a:buClr>
                <a:srgbClr val="737373"/>
              </a:buClr>
              <a:buSzPts val="1000"/>
              <a:buFont typeface="Roboto"/>
              <a:buNone/>
              <a:defRPr i="0" u="none" strike="noStrike" cap="none">
                <a:solidFill>
                  <a:srgbClr val="737373"/>
                </a:solidFill>
                <a:latin typeface="Open Sans Medium"/>
                <a:ea typeface="Open Sans Medium"/>
                <a:cs typeface="Open Sans Medium"/>
                <a:sym typeface="Open Sans Medium"/>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34"/>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9"/>
          <p:cNvSpPr/>
          <p:nvPr/>
        </p:nvSpPr>
        <p:spPr>
          <a:xfrm rot="10800000" flipH="1">
            <a:off x="0" y="656300"/>
            <a:ext cx="9144000" cy="44784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9"/>
          <p:cNvSpPr/>
          <p:nvPr/>
        </p:nvSpPr>
        <p:spPr>
          <a:xfrm>
            <a:off x="0" y="65635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9"/>
          <p:cNvSpPr txBox="1">
            <a:spLocks noGrp="1"/>
          </p:cNvSpPr>
          <p:nvPr>
            <p:ph type="title"/>
          </p:nvPr>
        </p:nvSpPr>
        <p:spPr>
          <a:xfrm>
            <a:off x="401925" y="16350"/>
            <a:ext cx="8523000" cy="60277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1800"/>
              <a:buFont typeface="Open Sans"/>
              <a:buNone/>
              <a:defRPr sz="20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9pPr>
          </a:lstStyle>
          <a:p>
            <a:endParaRPr/>
          </a:p>
        </p:txBody>
      </p:sp>
      <p:sp>
        <p:nvSpPr>
          <p:cNvPr id="43" name="Google Shape;43;p9"/>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44" name="Google Shape;44;p9"/>
          <p:cNvPicPr preferRelativeResize="0"/>
          <p:nvPr/>
        </p:nvPicPr>
        <p:blipFill rotWithShape="1">
          <a:blip r:embed="rId2">
            <a:alphaModFix/>
          </a:blip>
          <a:srcRect/>
          <a:stretch/>
        </p:blipFill>
        <p:spPr>
          <a:xfrm>
            <a:off x="7922625" y="4520234"/>
            <a:ext cx="830437" cy="47450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5"/>
        <p:cNvGrpSpPr/>
        <p:nvPr/>
      </p:nvGrpSpPr>
      <p:grpSpPr>
        <a:xfrm>
          <a:off x="0" y="0"/>
          <a:ext cx="0" cy="0"/>
          <a:chOff x="0" y="0"/>
          <a:chExt cx="0" cy="0"/>
        </a:xfrm>
      </p:grpSpPr>
      <p:sp>
        <p:nvSpPr>
          <p:cNvPr id="46" name="Google Shape;46;p10"/>
          <p:cNvSpPr txBox="1">
            <a:spLocks noGrp="1"/>
          </p:cNvSpPr>
          <p:nvPr>
            <p:ph type="ctrTitle"/>
          </p:nvPr>
        </p:nvSpPr>
        <p:spPr>
          <a:xfrm>
            <a:off x="390525" y="1819275"/>
            <a:ext cx="8222100" cy="933525"/>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800"/>
              <a:buFont typeface="Open Sans"/>
              <a:buNone/>
              <a:defRPr sz="38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4800"/>
              <a:buFont typeface="Roboto"/>
              <a:buNone/>
              <a:defRPr sz="4800" b="0" i="0" u="none" strike="noStrike" cap="none">
                <a:solidFill>
                  <a:schemeClr val="lt1"/>
                </a:solidFill>
                <a:latin typeface="Roboto"/>
                <a:ea typeface="Roboto"/>
                <a:cs typeface="Roboto"/>
                <a:sym typeface="Roboto"/>
              </a:defRPr>
            </a:lvl9pPr>
          </a:lstStyle>
          <a:p>
            <a:endParaRPr/>
          </a:p>
        </p:txBody>
      </p:sp>
      <p:sp>
        <p:nvSpPr>
          <p:cNvPr id="47" name="Google Shape;47;p10"/>
          <p:cNvSpPr txBox="1">
            <a:spLocks noGrp="1"/>
          </p:cNvSpPr>
          <p:nvPr>
            <p:ph type="subTitle" idx="1"/>
          </p:nvPr>
        </p:nvSpPr>
        <p:spPr>
          <a:xfrm>
            <a:off x="390525" y="2789130"/>
            <a:ext cx="8222100" cy="4329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1pPr>
            <a:lvl2pPr marR="0" lvl="1"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2pPr>
            <a:lvl3pPr marR="0" lvl="2"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3pPr>
            <a:lvl4pPr marR="0" lvl="3"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4pPr>
            <a:lvl5pPr marR="0" lvl="4"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5pPr>
            <a:lvl6pPr marR="0" lvl="5"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6pPr>
            <a:lvl7pPr marR="0" lvl="6"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7pPr>
            <a:lvl8pPr marR="0" lvl="7"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8pPr>
            <a:lvl9pPr marR="0" lvl="8" algn="l">
              <a:lnSpc>
                <a:spcPct val="100000"/>
              </a:lnSpc>
              <a:spcBef>
                <a:spcPts val="0"/>
              </a:spcBef>
              <a:spcAft>
                <a:spcPts val="0"/>
              </a:spcAft>
              <a:buClr>
                <a:schemeClr val="lt1"/>
              </a:buClr>
              <a:buSzPts val="1800"/>
              <a:buFont typeface="Montserrat"/>
              <a:buNone/>
              <a:defRPr sz="1800" b="0" i="0" u="none" strike="noStrike" cap="none">
                <a:solidFill>
                  <a:schemeClr val="lt1"/>
                </a:solidFill>
                <a:latin typeface="Montserrat"/>
                <a:ea typeface="Montserrat"/>
                <a:cs typeface="Montserrat"/>
                <a:sym typeface="Montserrat"/>
              </a:defRPr>
            </a:lvl9pPr>
          </a:lstStyle>
          <a:p>
            <a:endParaRPr/>
          </a:p>
        </p:txBody>
      </p:sp>
      <p:sp>
        <p:nvSpPr>
          <p:cNvPr id="48" name="Google Shape;48;p10"/>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
        <p:nvSpPr>
          <p:cNvPr id="49" name="Google Shape;49;p10"/>
          <p:cNvSpPr/>
          <p:nvPr/>
        </p:nvSpPr>
        <p:spPr>
          <a:xfrm>
            <a:off x="-125" y="4147975"/>
            <a:ext cx="9144000" cy="995625"/>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50" name="Google Shape;50;p10"/>
          <p:cNvPicPr preferRelativeResize="0"/>
          <p:nvPr/>
        </p:nvPicPr>
        <p:blipFill rotWithShape="1">
          <a:blip r:embed="rId2">
            <a:alphaModFix/>
          </a:blip>
          <a:srcRect/>
          <a:stretch/>
        </p:blipFill>
        <p:spPr>
          <a:xfrm>
            <a:off x="7655588" y="4312262"/>
            <a:ext cx="942131" cy="500344"/>
          </a:xfrm>
          <a:prstGeom prst="rect">
            <a:avLst/>
          </a:prstGeom>
          <a:noFill/>
          <a:ln>
            <a:noFill/>
          </a:ln>
        </p:spPr>
      </p:pic>
      <p:sp>
        <p:nvSpPr>
          <p:cNvPr id="51" name="Google Shape;51;p10"/>
          <p:cNvSpPr txBox="1"/>
          <p:nvPr/>
        </p:nvSpPr>
        <p:spPr>
          <a:xfrm>
            <a:off x="381005" y="4507324"/>
            <a:ext cx="2750400" cy="2769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a:solidFill>
                  <a:srgbClr val="000000"/>
                </a:solidFill>
                <a:latin typeface="Montserrat"/>
                <a:ea typeface="Montserrat"/>
                <a:cs typeface="Montserrat"/>
                <a:sym typeface="Montserrat"/>
              </a:rPr>
              <a:t>Making the Internet work better</a:t>
            </a:r>
            <a:endParaRPr sz="1200" b="0" i="0" u="none" strike="noStrike" cap="none">
              <a:solidFill>
                <a:schemeClr val="lt2"/>
              </a:solidFill>
              <a:latin typeface="Montserrat"/>
              <a:ea typeface="Montserrat"/>
              <a:cs typeface="Montserrat"/>
              <a:sym typeface="Montserra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2"/>
        <p:cNvGrpSpPr/>
        <p:nvPr/>
      </p:nvGrpSpPr>
      <p:grpSpPr>
        <a:xfrm>
          <a:off x="0" y="0"/>
          <a:ext cx="0" cy="0"/>
          <a:chOff x="0" y="0"/>
          <a:chExt cx="0" cy="0"/>
        </a:xfrm>
      </p:grpSpPr>
      <p:sp>
        <p:nvSpPr>
          <p:cNvPr id="53" name="Google Shape;53;p11"/>
          <p:cNvSpPr/>
          <p:nvPr/>
        </p:nvSpPr>
        <p:spPr>
          <a:xfrm rot="10800000" flipH="1">
            <a:off x="0" y="1685925"/>
            <a:ext cx="9144000" cy="34575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 name="Google Shape;54;p11"/>
          <p:cNvSpPr/>
          <p:nvPr/>
        </p:nvSpPr>
        <p:spPr>
          <a:xfrm>
            <a:off x="0" y="168600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5" name="Google Shape;55;p11"/>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Open Sans SemiBold"/>
              <a:buNone/>
              <a:defRPr sz="3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56" name="Google Shape;56;p11"/>
          <p:cNvSpPr txBox="1">
            <a:spLocks noGrp="1"/>
          </p:cNvSpPr>
          <p:nvPr>
            <p:ph type="body" idx="1"/>
          </p:nvPr>
        </p:nvSpPr>
        <p:spPr>
          <a:xfrm>
            <a:off x="627500" y="1794600"/>
            <a:ext cx="8066400" cy="2710125"/>
          </a:xfrm>
          <a:prstGeom prst="rect">
            <a:avLst/>
          </a:prstGeom>
          <a:noFill/>
          <a:ln>
            <a:noFill/>
          </a:ln>
        </p:spPr>
        <p:txBody>
          <a:bodyPr spcFirstLastPara="1" wrap="square" lIns="91425" tIns="91425" rIns="91425" bIns="91425" anchor="t" anchorCtr="0">
            <a:noAutofit/>
          </a:bodyPr>
          <a:lstStyle>
            <a:lvl1pPr marL="457200" marR="0" lvl="0" indent="-342900" algn="l">
              <a:lnSpc>
                <a:spcPct val="115000"/>
              </a:lnSpc>
              <a:spcBef>
                <a:spcPts val="0"/>
              </a:spcBef>
              <a:spcAft>
                <a:spcPts val="0"/>
              </a:spcAft>
              <a:buClr>
                <a:srgbClr val="002D3C"/>
              </a:buClr>
              <a:buSzPts val="1800"/>
              <a:buFont typeface="Montserrat"/>
              <a:buChar char="●"/>
              <a:defRPr sz="1800" b="0" i="0" u="none" strike="noStrike" cap="none">
                <a:solidFill>
                  <a:srgbClr val="002D3C"/>
                </a:solidFill>
                <a:latin typeface="Montserrat"/>
                <a:ea typeface="Montserrat"/>
                <a:cs typeface="Montserrat"/>
                <a:sym typeface="Montserrat"/>
              </a:defRPr>
            </a:lvl1pPr>
            <a:lvl2pPr marL="914400" marR="0" lvl="1"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2pPr>
            <a:lvl3pPr marL="1371600" marR="0" lvl="2"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3pPr>
            <a:lvl4pPr marL="1828800" marR="0" lvl="3"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4pPr>
            <a:lvl5pPr marL="2286000" marR="0" lvl="4"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5pPr>
            <a:lvl6pPr marL="2743200" marR="0" lvl="5"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6pPr>
            <a:lvl7pPr marL="3200400" marR="0" lvl="6"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7pPr>
            <a:lvl8pPr marL="3657600" marR="0" lvl="7" indent="-317500" algn="l">
              <a:lnSpc>
                <a:spcPct val="115000"/>
              </a:lnSpc>
              <a:spcBef>
                <a:spcPts val="1600"/>
              </a:spcBef>
              <a:spcAft>
                <a:spcPts val="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8pPr>
            <a:lvl9pPr marL="4114800" marR="0" lvl="8" indent="-317500" algn="l">
              <a:lnSpc>
                <a:spcPct val="115000"/>
              </a:lnSpc>
              <a:spcBef>
                <a:spcPts val="1600"/>
              </a:spcBef>
              <a:spcAft>
                <a:spcPts val="1600"/>
              </a:spcAft>
              <a:buClr>
                <a:srgbClr val="002D3C"/>
              </a:buClr>
              <a:buSzPts val="1400"/>
              <a:buFont typeface="Montserrat"/>
              <a:buChar char="■"/>
              <a:defRPr sz="1400" b="0" i="0" u="none" strike="noStrike" cap="none">
                <a:solidFill>
                  <a:srgbClr val="002D3C"/>
                </a:solidFill>
                <a:latin typeface="Montserrat"/>
                <a:ea typeface="Montserrat"/>
                <a:cs typeface="Montserrat"/>
                <a:sym typeface="Montserrat"/>
              </a:defRPr>
            </a:lvl9pPr>
          </a:lstStyle>
          <a:p>
            <a:endParaRPr/>
          </a:p>
        </p:txBody>
      </p:sp>
      <p:sp>
        <p:nvSpPr>
          <p:cNvPr id="57" name="Google Shape;57;p11"/>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58" name="Google Shape;58;p11"/>
          <p:cNvPicPr preferRelativeResize="0"/>
          <p:nvPr/>
        </p:nvPicPr>
        <p:blipFill rotWithShape="1">
          <a:blip r:embed="rId2">
            <a:alphaModFix/>
          </a:blip>
          <a:srcRect/>
          <a:stretch/>
        </p:blipFill>
        <p:spPr>
          <a:xfrm>
            <a:off x="8204725" y="4520225"/>
            <a:ext cx="618862" cy="35362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9"/>
        <p:cNvGrpSpPr/>
        <p:nvPr/>
      </p:nvGrpSpPr>
      <p:grpSpPr>
        <a:xfrm>
          <a:off x="0" y="0"/>
          <a:ext cx="0" cy="0"/>
          <a:chOff x="0" y="0"/>
          <a:chExt cx="0" cy="0"/>
        </a:xfrm>
      </p:grpSpPr>
      <p:sp>
        <p:nvSpPr>
          <p:cNvPr id="60" name="Google Shape;60;p12"/>
          <p:cNvSpPr txBox="1">
            <a:spLocks noGrp="1"/>
          </p:cNvSpPr>
          <p:nvPr>
            <p:ph type="title"/>
          </p:nvPr>
        </p:nvSpPr>
        <p:spPr>
          <a:xfrm>
            <a:off x="460950" y="2065350"/>
            <a:ext cx="8222100" cy="10127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4200"/>
              <a:buFont typeface="Open Sans"/>
              <a:buNone/>
              <a:defRPr sz="44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4200"/>
              <a:buFont typeface="Roboto"/>
              <a:buNone/>
              <a:defRPr sz="4200" b="0" i="0" u="none" strike="noStrike" cap="none">
                <a:solidFill>
                  <a:schemeClr val="lt1"/>
                </a:solidFill>
                <a:latin typeface="Roboto"/>
                <a:ea typeface="Roboto"/>
                <a:cs typeface="Roboto"/>
                <a:sym typeface="Roboto"/>
              </a:defRPr>
            </a:lvl9pPr>
          </a:lstStyle>
          <a:p>
            <a:endParaRPr/>
          </a:p>
        </p:txBody>
      </p:sp>
      <p:sp>
        <p:nvSpPr>
          <p:cNvPr id="61" name="Google Shape;61;p12"/>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2"/>
        <p:cNvGrpSpPr/>
        <p:nvPr/>
      </p:nvGrpSpPr>
      <p:grpSpPr>
        <a:xfrm>
          <a:off x="0" y="0"/>
          <a:ext cx="0" cy="0"/>
          <a:chOff x="0" y="0"/>
          <a:chExt cx="0" cy="0"/>
        </a:xfrm>
      </p:grpSpPr>
      <p:sp>
        <p:nvSpPr>
          <p:cNvPr id="63" name="Google Shape;63;p13"/>
          <p:cNvSpPr/>
          <p:nvPr/>
        </p:nvSpPr>
        <p:spPr>
          <a:xfrm rot="10800000" flipH="1">
            <a:off x="0" y="1685925"/>
            <a:ext cx="9144000" cy="34575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4" name="Google Shape;64;p13"/>
          <p:cNvSpPr/>
          <p:nvPr/>
        </p:nvSpPr>
        <p:spPr>
          <a:xfrm>
            <a:off x="0" y="168600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13"/>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Open Sans"/>
              <a:buNone/>
              <a:defRPr sz="3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66" name="Google Shape;66;p13"/>
          <p:cNvSpPr txBox="1">
            <a:spLocks noGrp="1"/>
          </p:cNvSpPr>
          <p:nvPr>
            <p:ph type="body" idx="1"/>
          </p:nvPr>
        </p:nvSpPr>
        <p:spPr>
          <a:xfrm>
            <a:off x="471900" y="1919075"/>
            <a:ext cx="3999900" cy="2710125"/>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9pPr>
          </a:lstStyle>
          <a:p>
            <a:endParaRPr/>
          </a:p>
        </p:txBody>
      </p:sp>
      <p:sp>
        <p:nvSpPr>
          <p:cNvPr id="67" name="Google Shape;67;p13"/>
          <p:cNvSpPr txBox="1">
            <a:spLocks noGrp="1"/>
          </p:cNvSpPr>
          <p:nvPr>
            <p:ph type="body" idx="2"/>
          </p:nvPr>
        </p:nvSpPr>
        <p:spPr>
          <a:xfrm>
            <a:off x="4694250" y="1919075"/>
            <a:ext cx="3999900" cy="2710125"/>
          </a:xfrm>
          <a:prstGeom prst="rect">
            <a:avLst/>
          </a:prstGeom>
          <a:noFill/>
          <a:ln>
            <a:noFill/>
          </a:ln>
        </p:spPr>
        <p:txBody>
          <a:bodyPr spcFirstLastPara="1" wrap="square" lIns="91425" tIns="91425" rIns="91425" bIns="91425" anchor="t" anchorCtr="0">
            <a:noAutofit/>
          </a:bodyPr>
          <a:lstStyle>
            <a:lvl1pPr marL="457200" marR="0" lvl="0" indent="-317500" algn="l">
              <a:lnSpc>
                <a:spcPct val="115000"/>
              </a:lnSpc>
              <a:spcBef>
                <a:spcPts val="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2"/>
              </a:buClr>
              <a:buSzPts val="1200"/>
              <a:buFont typeface="Montserrat"/>
              <a:buChar char="■"/>
              <a:defRPr sz="1200" b="0" i="0" u="none" strike="noStrike" cap="none">
                <a:solidFill>
                  <a:schemeClr val="lt2"/>
                </a:solidFill>
                <a:latin typeface="Montserrat"/>
                <a:ea typeface="Montserrat"/>
                <a:cs typeface="Montserrat"/>
                <a:sym typeface="Montserrat"/>
              </a:defRPr>
            </a:lvl9pPr>
          </a:lstStyle>
          <a:p>
            <a:endParaRPr/>
          </a:p>
        </p:txBody>
      </p:sp>
      <p:sp>
        <p:nvSpPr>
          <p:cNvPr id="68" name="Google Shape;68;p13"/>
          <p:cNvSpPr txBox="1">
            <a:spLocks noGrp="1"/>
          </p:cNvSpPr>
          <p:nvPr>
            <p:ph type="sldNum" idx="12"/>
          </p:nvPr>
        </p:nvSpPr>
        <p:spPr>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l">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l" rtl="0">
              <a:spcBef>
                <a:spcPts val="0"/>
              </a:spcBef>
              <a:spcAft>
                <a:spcPts val="0"/>
              </a:spcAft>
              <a:buNone/>
            </a:pPr>
            <a:fld id="{00000000-1234-1234-1234-123412341234}" type="slidenum">
              <a:rPr lang="en-US"/>
              <a:t>‹#›</a:t>
            </a:fld>
            <a:endParaRPr/>
          </a:p>
        </p:txBody>
      </p:sp>
      <p:pic>
        <p:nvPicPr>
          <p:cNvPr id="69" name="Google Shape;69;p13"/>
          <p:cNvPicPr preferRelativeResize="0"/>
          <p:nvPr/>
        </p:nvPicPr>
        <p:blipFill rotWithShape="1">
          <a:blip r:embed="rId2">
            <a:alphaModFix/>
          </a:blip>
          <a:srcRect/>
          <a:stretch/>
        </p:blipFill>
        <p:spPr>
          <a:xfrm>
            <a:off x="8204725" y="4520225"/>
            <a:ext cx="618862" cy="35362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0"/>
        <p:cNvGrpSpPr/>
        <p:nvPr/>
      </p:nvGrpSpPr>
      <p:grpSpPr>
        <a:xfrm>
          <a:off x="0" y="0"/>
          <a:ext cx="0" cy="0"/>
          <a:chOff x="0" y="0"/>
          <a:chExt cx="0" cy="0"/>
        </a:xfrm>
      </p:grpSpPr>
      <p:sp>
        <p:nvSpPr>
          <p:cNvPr id="71" name="Google Shape;71;p14"/>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14"/>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 name="Google Shape;73;p14"/>
          <p:cNvSpPr txBox="1">
            <a:spLocks noGrp="1"/>
          </p:cNvSpPr>
          <p:nvPr>
            <p:ph type="title"/>
          </p:nvPr>
        </p:nvSpPr>
        <p:spPr>
          <a:xfrm>
            <a:off x="226078" y="357800"/>
            <a:ext cx="2808000" cy="953325"/>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2400"/>
              <a:buFont typeface="Arial"/>
              <a:buNone/>
              <a:defRPr sz="24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2400"/>
              <a:buFont typeface="Roboto"/>
              <a:buNone/>
              <a:defRPr sz="2400" b="0" i="0" u="none" strike="noStrike" cap="none">
                <a:solidFill>
                  <a:schemeClr val="lt1"/>
                </a:solidFill>
                <a:latin typeface="Roboto"/>
                <a:ea typeface="Roboto"/>
                <a:cs typeface="Roboto"/>
                <a:sym typeface="Roboto"/>
              </a:defRPr>
            </a:lvl9pPr>
          </a:lstStyle>
          <a:p>
            <a:endParaRPr/>
          </a:p>
        </p:txBody>
      </p:sp>
      <p:sp>
        <p:nvSpPr>
          <p:cNvPr id="74" name="Google Shape;74;p14"/>
          <p:cNvSpPr txBox="1">
            <a:spLocks noGrp="1"/>
          </p:cNvSpPr>
          <p:nvPr>
            <p:ph type="body" idx="1"/>
          </p:nvPr>
        </p:nvSpPr>
        <p:spPr>
          <a:xfrm>
            <a:off x="226075" y="1465800"/>
            <a:ext cx="2808000" cy="3163500"/>
          </a:xfrm>
          <a:prstGeom prst="rect">
            <a:avLst/>
          </a:prstGeom>
          <a:noFill/>
          <a:ln>
            <a:noFill/>
          </a:ln>
        </p:spPr>
        <p:txBody>
          <a:bodyPr spcFirstLastPara="1" wrap="square" lIns="91425" tIns="91425" rIns="91425" bIns="91425" anchor="t" anchorCtr="0">
            <a:noAutofit/>
          </a:bodyPr>
          <a:lstStyle>
            <a:lvl1pPr marL="457200" marR="0" lvl="0" indent="-304800" algn="l">
              <a:lnSpc>
                <a:spcPct val="115000"/>
              </a:lnSpc>
              <a:spcBef>
                <a:spcPts val="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1pPr>
            <a:lvl2pPr marL="914400" marR="0" lvl="1"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2pPr>
            <a:lvl3pPr marL="1371600" marR="0" lvl="2"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3pPr>
            <a:lvl4pPr marL="1828800" marR="0" lvl="3"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4pPr>
            <a:lvl5pPr marL="2286000" marR="0" lvl="4"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5pPr>
            <a:lvl6pPr marL="2743200" marR="0" lvl="5"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6pPr>
            <a:lvl7pPr marL="3200400" marR="0" lvl="6"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7pPr>
            <a:lvl8pPr marL="3657600" marR="0" lvl="7" indent="-304800" algn="l">
              <a:lnSpc>
                <a:spcPct val="115000"/>
              </a:lnSpc>
              <a:spcBef>
                <a:spcPts val="1600"/>
              </a:spcBef>
              <a:spcAft>
                <a:spcPts val="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8pPr>
            <a:lvl9pPr marL="4114800" marR="0" lvl="8" indent="-304800" algn="l">
              <a:lnSpc>
                <a:spcPct val="115000"/>
              </a:lnSpc>
              <a:spcBef>
                <a:spcPts val="1600"/>
              </a:spcBef>
              <a:spcAft>
                <a:spcPts val="1600"/>
              </a:spcAft>
              <a:buClr>
                <a:schemeClr val="lt1"/>
              </a:buClr>
              <a:buSzPts val="1200"/>
              <a:buFont typeface="Montserrat"/>
              <a:buChar char="■"/>
              <a:defRPr sz="1200" b="0" i="0" u="none" strike="noStrike" cap="none">
                <a:solidFill>
                  <a:schemeClr val="lt1"/>
                </a:solidFill>
                <a:latin typeface="Montserrat"/>
                <a:ea typeface="Montserrat"/>
                <a:cs typeface="Montserrat"/>
                <a:sym typeface="Montserrat"/>
              </a:defRPr>
            </a:lvl9pPr>
          </a:lstStyle>
          <a:p>
            <a:endParaRPr/>
          </a:p>
        </p:txBody>
      </p:sp>
      <p:sp>
        <p:nvSpPr>
          <p:cNvPr id="75" name="Google Shape;75;p14"/>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6"/>
        <p:cNvGrpSpPr/>
        <p:nvPr/>
      </p:nvGrpSpPr>
      <p:grpSpPr>
        <a:xfrm>
          <a:off x="0" y="0"/>
          <a:ext cx="0" cy="0"/>
          <a:chOff x="0" y="0"/>
          <a:chExt cx="0" cy="0"/>
        </a:xfrm>
      </p:grpSpPr>
      <p:sp>
        <p:nvSpPr>
          <p:cNvPr id="77" name="Google Shape;77;p15"/>
          <p:cNvSpPr txBox="1">
            <a:spLocks noGrp="1"/>
          </p:cNvSpPr>
          <p:nvPr>
            <p:ph type="title"/>
          </p:nvPr>
        </p:nvSpPr>
        <p:spPr>
          <a:xfrm>
            <a:off x="490250" y="488250"/>
            <a:ext cx="6227100" cy="40907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5200"/>
              <a:buFont typeface="Open Sans"/>
              <a:buNone/>
              <a:defRPr sz="52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6000"/>
              <a:buFont typeface="Roboto"/>
              <a:buNone/>
              <a:defRPr sz="6000" b="0" i="0" u="none" strike="noStrike" cap="none">
                <a:solidFill>
                  <a:schemeClr val="lt1"/>
                </a:solidFill>
                <a:latin typeface="Roboto"/>
                <a:ea typeface="Roboto"/>
                <a:cs typeface="Roboto"/>
                <a:sym typeface="Roboto"/>
              </a:defRPr>
            </a:lvl9pPr>
          </a:lstStyle>
          <a:p>
            <a:endParaRPr/>
          </a:p>
        </p:txBody>
      </p:sp>
      <p:sp>
        <p:nvSpPr>
          <p:cNvPr id="78" name="Google Shape;78;p15"/>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79"/>
        <p:cNvGrpSpPr/>
        <p:nvPr/>
      </p:nvGrpSpPr>
      <p:grpSpPr>
        <a:xfrm>
          <a:off x="0" y="0"/>
          <a:ext cx="0" cy="0"/>
          <a:chOff x="0" y="0"/>
          <a:chExt cx="0" cy="0"/>
        </a:xfrm>
      </p:grpSpPr>
      <p:sp>
        <p:nvSpPr>
          <p:cNvPr id="80" name="Google Shape;80;p16"/>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16"/>
          <p:cNvSpPr/>
          <p:nvPr/>
        </p:nvSpPr>
        <p:spPr>
          <a:xfrm rot="5400000">
            <a:off x="1946462" y="2517713"/>
            <a:ext cx="5142825"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chemeClr val="dk2"/>
              </a:buClr>
              <a:buSzPts val="4200"/>
              <a:buFont typeface="Arial"/>
              <a:buNone/>
              <a:defRPr sz="4200" b="0" i="0" u="none" strike="noStrike" cap="none">
                <a:solidFill>
                  <a:schemeClr val="dk2"/>
                </a:solidFill>
                <a:latin typeface="Arial"/>
                <a:ea typeface="Arial"/>
                <a:cs typeface="Arial"/>
                <a:sym typeface="Arial"/>
              </a:defRPr>
            </a:lvl1pPr>
            <a:lvl2pPr marR="0" lvl="1"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2pPr>
            <a:lvl3pPr marR="0" lvl="2"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3pPr>
            <a:lvl4pPr marR="0" lvl="3"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4pPr>
            <a:lvl5pPr marR="0" lvl="4"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5pPr>
            <a:lvl6pPr marR="0" lvl="5"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6pPr>
            <a:lvl7pPr marR="0" lvl="6"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7pPr>
            <a:lvl8pPr marR="0" lvl="7"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8pPr>
            <a:lvl9pPr marR="0" lvl="8" algn="ctr">
              <a:lnSpc>
                <a:spcPct val="100000"/>
              </a:lnSpc>
              <a:spcBef>
                <a:spcPts val="0"/>
              </a:spcBef>
              <a:spcAft>
                <a:spcPts val="0"/>
              </a:spcAft>
              <a:buClr>
                <a:schemeClr val="dk2"/>
              </a:buClr>
              <a:buSzPts val="4200"/>
              <a:buFont typeface="Roboto"/>
              <a:buNone/>
              <a:defRPr sz="4200" b="0" i="0" u="none" strike="noStrike" cap="none">
                <a:solidFill>
                  <a:schemeClr val="dk2"/>
                </a:solidFill>
                <a:latin typeface="Roboto"/>
                <a:ea typeface="Roboto"/>
                <a:cs typeface="Roboto"/>
                <a:sym typeface="Roboto"/>
              </a:defRPr>
            </a:lvl9pPr>
          </a:lstStyle>
          <a:p>
            <a:endParaRPr/>
          </a:p>
        </p:txBody>
      </p:sp>
      <p:sp>
        <p:nvSpPr>
          <p:cNvPr id="83" name="Google Shape;83;p16"/>
          <p:cNvSpPr txBox="1">
            <a:spLocks noGrp="1"/>
          </p:cNvSpPr>
          <p:nvPr>
            <p:ph type="subTitle" idx="1"/>
          </p:nvPr>
        </p:nvSpPr>
        <p:spPr>
          <a:xfrm>
            <a:off x="265500" y="2779467"/>
            <a:ext cx="4045200" cy="1235025"/>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1pPr>
            <a:lvl2pPr marR="0" lvl="1"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2pPr>
            <a:lvl3pPr marR="0" lvl="2"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3pPr>
            <a:lvl4pPr marR="0" lvl="3"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4pPr>
            <a:lvl5pPr marR="0" lvl="4"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5pPr>
            <a:lvl6pPr marR="0" lvl="5"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6pPr>
            <a:lvl7pPr marR="0" lvl="6"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7pPr>
            <a:lvl8pPr marR="0" lvl="7"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8pPr>
            <a:lvl9pPr marR="0" lvl="8" algn="ctr">
              <a:lnSpc>
                <a:spcPct val="100000"/>
              </a:lnSpc>
              <a:spcBef>
                <a:spcPts val="0"/>
              </a:spcBef>
              <a:spcAft>
                <a:spcPts val="0"/>
              </a:spcAft>
              <a:buClr>
                <a:schemeClr val="lt2"/>
              </a:buClr>
              <a:buSzPts val="2100"/>
              <a:buFont typeface="Montserrat"/>
              <a:buNone/>
              <a:defRPr sz="2100" b="0" i="0" u="none" strike="noStrike" cap="none">
                <a:solidFill>
                  <a:schemeClr val="lt2"/>
                </a:solidFill>
                <a:latin typeface="Montserrat"/>
                <a:ea typeface="Montserrat"/>
                <a:cs typeface="Montserrat"/>
                <a:sym typeface="Montserrat"/>
              </a:defRPr>
            </a:lvl9pPr>
          </a:lstStyle>
          <a:p>
            <a:endParaRPr/>
          </a:p>
        </p:txBody>
      </p:sp>
      <p:sp>
        <p:nvSpPr>
          <p:cNvPr id="84" name="Google Shape;84;p16"/>
          <p:cNvSpPr txBox="1">
            <a:spLocks noGrp="1"/>
          </p:cNvSpPr>
          <p:nvPr>
            <p:ph type="body" idx="2"/>
          </p:nvPr>
        </p:nvSpPr>
        <p:spPr>
          <a:xfrm>
            <a:off x="4939500" y="724200"/>
            <a:ext cx="3837000" cy="3695175"/>
          </a:xfrm>
          <a:prstGeom prst="rect">
            <a:avLst/>
          </a:prstGeom>
          <a:noFill/>
          <a:ln>
            <a:noFill/>
          </a:ln>
        </p:spPr>
        <p:txBody>
          <a:bodyPr spcFirstLastPara="1" wrap="square" lIns="91425" tIns="91425" rIns="91425" bIns="91425" anchor="ctr" anchorCtr="0">
            <a:noAutofit/>
          </a:bodyPr>
          <a:lstStyle>
            <a:lvl1pPr marL="457200" marR="0" lvl="0" indent="-342900" algn="l">
              <a:lnSpc>
                <a:spcPct val="115000"/>
              </a:lnSpc>
              <a:spcBef>
                <a:spcPts val="0"/>
              </a:spcBef>
              <a:spcAft>
                <a:spcPts val="0"/>
              </a:spcAft>
              <a:buClr>
                <a:schemeClr val="lt1"/>
              </a:buClr>
              <a:buSzPts val="1800"/>
              <a:buFont typeface="Montserrat"/>
              <a:buChar char="●"/>
              <a:defRPr sz="1800" b="0" i="0" u="none" strike="noStrike" cap="none">
                <a:solidFill>
                  <a:schemeClr val="lt1"/>
                </a:solidFill>
                <a:latin typeface="Montserrat"/>
                <a:ea typeface="Montserrat"/>
                <a:cs typeface="Montserrat"/>
                <a:sym typeface="Montserrat"/>
              </a:defRPr>
            </a:lvl1pPr>
            <a:lvl2pPr marL="914400" marR="0" lvl="1"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2pPr>
            <a:lvl3pPr marL="1371600" marR="0" lvl="2"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3pPr>
            <a:lvl4pPr marL="1828800" marR="0" lvl="3"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4pPr>
            <a:lvl5pPr marL="2286000" marR="0" lvl="4"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5pPr>
            <a:lvl6pPr marL="2743200" marR="0" lvl="5"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6pPr>
            <a:lvl7pPr marL="3200400" marR="0" lvl="6"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7pPr>
            <a:lvl8pPr marL="3657600" marR="0" lvl="7" indent="-317500" algn="l">
              <a:lnSpc>
                <a:spcPct val="115000"/>
              </a:lnSpc>
              <a:spcBef>
                <a:spcPts val="1600"/>
              </a:spcBef>
              <a:spcAft>
                <a:spcPts val="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8pPr>
            <a:lvl9pPr marL="4114800" marR="0" lvl="8" indent="-317500" algn="l">
              <a:lnSpc>
                <a:spcPct val="115000"/>
              </a:lnSpc>
              <a:spcBef>
                <a:spcPts val="1600"/>
              </a:spcBef>
              <a:spcAft>
                <a:spcPts val="1600"/>
              </a:spcAft>
              <a:buClr>
                <a:schemeClr val="lt1"/>
              </a:buClr>
              <a:buSzPts val="1400"/>
              <a:buFont typeface="Montserrat"/>
              <a:buChar char="■"/>
              <a:defRPr sz="1400" b="0" i="0" u="none" strike="noStrike" cap="none">
                <a:solidFill>
                  <a:schemeClr val="lt1"/>
                </a:solidFill>
                <a:latin typeface="Montserrat"/>
                <a:ea typeface="Montserrat"/>
                <a:cs typeface="Montserrat"/>
                <a:sym typeface="Montserrat"/>
              </a:defRPr>
            </a:lvl9pPr>
          </a:lstStyle>
          <a:p>
            <a:endParaRPr/>
          </a:p>
        </p:txBody>
      </p:sp>
      <p:sp>
        <p:nvSpPr>
          <p:cNvPr id="85" name="Google Shape;85;p16"/>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6"/>
        <p:cNvGrpSpPr/>
        <p:nvPr/>
      </p:nvGrpSpPr>
      <p:grpSpPr>
        <a:xfrm>
          <a:off x="0" y="0"/>
          <a:ext cx="0" cy="0"/>
          <a:chOff x="0" y="0"/>
          <a:chExt cx="0" cy="0"/>
        </a:xfrm>
      </p:grpSpPr>
      <p:sp>
        <p:nvSpPr>
          <p:cNvPr id="87" name="Google Shape;87;p17"/>
          <p:cNvSpPr txBox="1"/>
          <p:nvPr/>
        </p:nvSpPr>
        <p:spPr>
          <a:xfrm rot="10800000" flipH="1">
            <a:off x="0" y="-75"/>
            <a:ext cx="9144000" cy="4695975"/>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17"/>
          <p:cNvSpPr/>
          <p:nvPr/>
        </p:nvSpPr>
        <p:spPr>
          <a:xfrm rot="10800000" flipH="1">
            <a:off x="0" y="4622800"/>
            <a:ext cx="9144000" cy="7402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17"/>
          <p:cNvSpPr txBox="1">
            <a:spLocks noGrp="1"/>
          </p:cNvSpPr>
          <p:nvPr>
            <p:ph type="body" idx="1"/>
          </p:nvPr>
        </p:nvSpPr>
        <p:spPr>
          <a:xfrm>
            <a:off x="57150" y="4696825"/>
            <a:ext cx="8382000" cy="446625"/>
          </a:xfrm>
          <a:prstGeom prst="rect">
            <a:avLst/>
          </a:prstGeom>
          <a:noFill/>
          <a:ln>
            <a:noFill/>
          </a:ln>
        </p:spPr>
        <p:txBody>
          <a:bodyPr spcFirstLastPara="1" wrap="square" lIns="91425" tIns="91425" rIns="91425" bIns="91425" anchor="ctr" anchorCtr="0">
            <a:noAutofit/>
          </a:bodyPr>
          <a:lstStyle>
            <a:lvl1pPr marL="457200" marR="0" lvl="0" indent="-228600" algn="l">
              <a:lnSpc>
                <a:spcPct val="100000"/>
              </a:lnSpc>
              <a:spcBef>
                <a:spcPts val="0"/>
              </a:spcBef>
              <a:spcAft>
                <a:spcPts val="0"/>
              </a:spcAft>
              <a:buClr>
                <a:schemeClr val="lt1"/>
              </a:buClr>
              <a:buSzPts val="1200"/>
              <a:buFont typeface="Montserrat"/>
              <a:buNone/>
              <a:defRPr sz="1200" b="0" i="0" u="none" strike="noStrike" cap="none">
                <a:solidFill>
                  <a:schemeClr val="lt1"/>
                </a:solidFill>
                <a:latin typeface="Montserrat"/>
                <a:ea typeface="Montserrat"/>
                <a:cs typeface="Montserrat"/>
                <a:sym typeface="Montserrat"/>
              </a:defRPr>
            </a:lvl1pPr>
          </a:lstStyle>
          <a:p>
            <a:endParaRPr/>
          </a:p>
        </p:txBody>
      </p:sp>
      <p:sp>
        <p:nvSpPr>
          <p:cNvPr id="90" name="Google Shape;90;p17"/>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4"/>
        </a:solidFill>
        <a:effectLst/>
      </p:bgPr>
    </p:bg>
    <p:spTree>
      <p:nvGrpSpPr>
        <p:cNvPr id="1" name="Shape 91"/>
        <p:cNvGrpSpPr/>
        <p:nvPr/>
      </p:nvGrpSpPr>
      <p:grpSpPr>
        <a:xfrm>
          <a:off x="0" y="0"/>
          <a:ext cx="0" cy="0"/>
          <a:chOff x="0" y="0"/>
          <a:chExt cx="0" cy="0"/>
        </a:xfrm>
      </p:grpSpPr>
      <p:sp>
        <p:nvSpPr>
          <p:cNvPr id="92" name="Google Shape;92;p18"/>
          <p:cNvSpPr txBox="1">
            <a:spLocks noGrp="1"/>
          </p:cNvSpPr>
          <p:nvPr>
            <p:ph type="title" hasCustomPrompt="1"/>
          </p:nvPr>
        </p:nvSpPr>
        <p:spPr>
          <a:xfrm>
            <a:off x="475500" y="1258525"/>
            <a:ext cx="8222100" cy="1963575"/>
          </a:xfrm>
          <a:prstGeom prst="rect">
            <a:avLst/>
          </a:prstGeom>
          <a:noFill/>
          <a:ln>
            <a:noFill/>
          </a:ln>
        </p:spPr>
        <p:txBody>
          <a:bodyPr spcFirstLastPara="1" wrap="square" lIns="91425" tIns="91425" rIns="91425" bIns="91425" anchor="b" anchorCtr="0">
            <a:noAutofit/>
          </a:bodyPr>
          <a:lstStyle>
            <a:lvl1pPr marR="0" lvl="0" algn="ctr">
              <a:lnSpc>
                <a:spcPct val="100000"/>
              </a:lnSpc>
              <a:spcBef>
                <a:spcPts val="0"/>
              </a:spcBef>
              <a:spcAft>
                <a:spcPts val="0"/>
              </a:spcAft>
              <a:buClr>
                <a:schemeClr val="dk2"/>
              </a:buClr>
              <a:buSzPts val="12000"/>
              <a:buFont typeface="Arial"/>
              <a:buNone/>
              <a:defRPr sz="12000" b="0" i="0" u="none" strike="noStrike" cap="none">
                <a:solidFill>
                  <a:schemeClr val="dk2"/>
                </a:solidFill>
                <a:latin typeface="Open Sans"/>
                <a:ea typeface="Open Sans"/>
                <a:cs typeface="Open Sans"/>
                <a:sym typeface="Open Sans"/>
              </a:defRPr>
            </a:lvl1pPr>
            <a:lvl2pPr marR="0" lvl="1"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2pPr>
            <a:lvl3pPr marR="0" lvl="2"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3pPr>
            <a:lvl4pPr marR="0" lvl="3"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4pPr>
            <a:lvl5pPr marR="0" lvl="4"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5pPr>
            <a:lvl6pPr marR="0" lvl="5"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6pPr>
            <a:lvl7pPr marR="0" lvl="6"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7pPr>
            <a:lvl8pPr marR="0" lvl="7"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8pPr>
            <a:lvl9pPr marR="0" lvl="8" algn="ctr">
              <a:lnSpc>
                <a:spcPct val="100000"/>
              </a:lnSpc>
              <a:spcBef>
                <a:spcPts val="0"/>
              </a:spcBef>
              <a:spcAft>
                <a:spcPts val="0"/>
              </a:spcAft>
              <a:buClr>
                <a:schemeClr val="dk2"/>
              </a:buClr>
              <a:buSzPts val="12000"/>
              <a:buFont typeface="Roboto"/>
              <a:buNone/>
              <a:defRPr sz="12000" b="0" i="0" u="none" strike="noStrike" cap="none">
                <a:solidFill>
                  <a:schemeClr val="dk2"/>
                </a:solidFill>
                <a:latin typeface="Roboto"/>
                <a:ea typeface="Roboto"/>
                <a:cs typeface="Roboto"/>
                <a:sym typeface="Roboto"/>
              </a:defRPr>
            </a:lvl9pPr>
          </a:lstStyle>
          <a:p>
            <a:r>
              <a:t>xx%</a:t>
            </a:r>
          </a:p>
        </p:txBody>
      </p:sp>
      <p:sp>
        <p:nvSpPr>
          <p:cNvPr id="93" name="Google Shape;93;p18"/>
          <p:cNvSpPr txBox="1">
            <a:spLocks noGrp="1"/>
          </p:cNvSpPr>
          <p:nvPr>
            <p:ph type="body" idx="1"/>
          </p:nvPr>
        </p:nvSpPr>
        <p:spPr>
          <a:xfrm>
            <a:off x="475500" y="3304625"/>
            <a:ext cx="8222100" cy="1300725"/>
          </a:xfrm>
          <a:prstGeom prst="rect">
            <a:avLst/>
          </a:prstGeom>
          <a:noFill/>
          <a:ln>
            <a:noFill/>
          </a:ln>
        </p:spPr>
        <p:txBody>
          <a:bodyPr spcFirstLastPara="1" wrap="square" lIns="91425" tIns="91425" rIns="91425" bIns="91425" anchor="t" anchorCtr="0">
            <a:noAutofit/>
          </a:bodyPr>
          <a:lstStyle>
            <a:lvl1pPr marL="457200" marR="0" lvl="0" indent="-342900" algn="ctr">
              <a:lnSpc>
                <a:spcPct val="115000"/>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sym typeface="Montserrat"/>
              </a:defRPr>
            </a:lvl1pPr>
            <a:lvl2pPr marL="914400" marR="0" lvl="1"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2pPr>
            <a:lvl3pPr marL="1371600" marR="0" lvl="2"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3pPr>
            <a:lvl4pPr marL="1828800" marR="0" lvl="3"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4pPr>
            <a:lvl5pPr marL="2286000" marR="0" lvl="4"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5pPr>
            <a:lvl6pPr marL="2743200" marR="0" lvl="5"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6pPr>
            <a:lvl7pPr marL="3200400" marR="0" lvl="6"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7pPr>
            <a:lvl8pPr marL="3657600" marR="0" lvl="7" indent="-317500" algn="ctr">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8pPr>
            <a:lvl9pPr marL="4114800" marR="0" lvl="8" indent="-317500" algn="ctr">
              <a:lnSpc>
                <a:spcPct val="115000"/>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9pPr>
          </a:lstStyle>
          <a:p>
            <a:endParaRPr/>
          </a:p>
        </p:txBody>
      </p:sp>
      <p:sp>
        <p:nvSpPr>
          <p:cNvPr id="94" name="Google Shape;94;p18"/>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theme" Target="../theme/theme2.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1pPr>
            <a:lvl2pPr marL="0" marR="0" lvl="1"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2pPr>
            <a:lvl3pPr marL="0" marR="0" lvl="2"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3pPr>
            <a:lvl4pPr marL="0" marR="0" lvl="3"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4pPr>
            <a:lvl5pPr marL="0" marR="0" lvl="4"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5pPr>
            <a:lvl6pPr marL="0" marR="0" lvl="5"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6pPr>
            <a:lvl7pPr marL="0" marR="0" lvl="6"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7pPr>
            <a:lvl8pPr marL="0" marR="0" lvl="7"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8pPr>
            <a:lvl9pPr marL="0" marR="0" lvl="8" indent="0" algn="r" rtl="0">
              <a:lnSpc>
                <a:spcPct val="100000"/>
              </a:lnSpc>
              <a:spcBef>
                <a:spcPts val="0"/>
              </a:spcBef>
              <a:spcAft>
                <a:spcPts val="0"/>
              </a:spcAft>
              <a:buClr>
                <a:srgbClr val="737373"/>
              </a:buClr>
              <a:buSzPts val="1000"/>
              <a:buFont typeface="Roboto"/>
              <a:buNone/>
              <a:defRPr sz="1100" i="0" u="none" strike="noStrike" cap="none">
                <a:solidFill>
                  <a:srgbClr val="737373"/>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n-US"/>
              <a:t>‹#›</a:t>
            </a:fld>
            <a:endParaRPr/>
          </a:p>
        </p:txBody>
      </p:sp>
      <p:sp>
        <p:nvSpPr>
          <p:cNvPr id="7" name="Google Shape;7;p1"/>
          <p:cNvSpPr txBox="1">
            <a:spLocks noGrp="1"/>
          </p:cNvSpPr>
          <p:nvPr>
            <p:ph type="title"/>
          </p:nvPr>
        </p:nvSpPr>
        <p:spPr>
          <a:xfrm>
            <a:off x="457200" y="0"/>
            <a:ext cx="8229600" cy="1063229"/>
          </a:xfrm>
          <a:prstGeom prst="rect">
            <a:avLst/>
          </a:prstGeom>
          <a:noFill/>
          <a:ln>
            <a:noFill/>
          </a:ln>
        </p:spPr>
        <p:txBody>
          <a:bodyPr spcFirstLastPara="1" wrap="square" lIns="91400" tIns="91400" rIns="91400" bIns="91400" anchor="b" anchorCtr="0">
            <a:noAutofit/>
          </a:bodyPr>
          <a:lstStyle>
            <a:lvl1pPr marR="0" lvl="0"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1pPr>
            <a:lvl2pPr marR="0" lvl="1"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2pPr>
            <a:lvl3pPr marR="0" lvl="2"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3pPr>
            <a:lvl4pPr marR="0" lvl="3"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4pPr>
            <a:lvl5pPr marR="0" lvl="4"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5pPr>
            <a:lvl6pPr marR="0" lvl="5"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6pPr>
            <a:lvl7pPr marR="0" lvl="6"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7pPr>
            <a:lvl8pPr marR="0" lvl="7"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8pPr>
            <a:lvl9pPr marR="0" lvl="8" algn="l" rtl="0">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sym typeface="Arial"/>
              </a:defRPr>
            </a:lvl9pPr>
          </a:lstStyle>
          <a:p>
            <a:endParaRPr/>
          </a:p>
        </p:txBody>
      </p:sp>
      <p:sp>
        <p:nvSpPr>
          <p:cNvPr id="8" name="Google Shape;8;p1"/>
          <p:cNvSpPr txBox="1">
            <a:spLocks noGrp="1"/>
          </p:cNvSpPr>
          <p:nvPr>
            <p:ph type="body" idx="1"/>
          </p:nvPr>
        </p:nvSpPr>
        <p:spPr>
          <a:xfrm>
            <a:off x="457200" y="1200150"/>
            <a:ext cx="8229600" cy="3943350"/>
          </a:xfrm>
          <a:prstGeom prst="rect">
            <a:avLst/>
          </a:prstGeom>
          <a:noFill/>
          <a:ln>
            <a:noFill/>
          </a:ln>
        </p:spPr>
        <p:txBody>
          <a:bodyPr spcFirstLastPara="1" wrap="square" lIns="91400" tIns="91400" rIns="91400" bIns="91400" anchor="t" anchorCtr="0">
            <a:noAutofit/>
          </a:bodyPr>
          <a:lstStyle>
            <a:lvl1pPr marL="457200" marR="0" lvl="0"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1pPr>
            <a:lvl2pPr marL="914400" marR="0" lvl="1"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2pPr>
            <a:lvl3pPr marL="1371600" marR="0" lvl="2"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3pPr>
            <a:lvl4pPr marL="1828800" marR="0" lvl="3"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4pPr>
            <a:lvl5pPr marL="2286000" marR="0" lvl="4"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5pPr>
            <a:lvl6pPr marL="2743200" marR="0" lvl="5"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6pPr>
            <a:lvl7pPr marL="3200400" marR="0" lvl="6"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7pPr>
            <a:lvl8pPr marL="3657600" marR="0" lvl="7"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8pPr>
            <a:lvl9pPr marL="4114800" marR="0" lvl="8" indent="-342900" algn="l" rtl="0">
              <a:lnSpc>
                <a:spcPct val="115000"/>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terial">
    <p:bg>
      <p:bgPr>
        <a:solidFill>
          <a:srgbClr val="002D3C"/>
        </a:solidFill>
        <a:effectLst/>
      </p:bgPr>
    </p:bg>
    <p:spTree>
      <p:nvGrpSpPr>
        <p:cNvPr id="1" name="Shape 35"/>
        <p:cNvGrpSpPr/>
        <p:nvPr/>
      </p:nvGrpSpPr>
      <p:grpSpPr>
        <a:xfrm>
          <a:off x="0" y="0"/>
          <a:ext cx="0" cy="0"/>
          <a:chOff x="0" y="0"/>
          <a:chExt cx="0" cy="0"/>
        </a:xfrm>
      </p:grpSpPr>
      <p:sp>
        <p:nvSpPr>
          <p:cNvPr id="36" name="Google Shape;36;p8"/>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lt1"/>
              </a:buClr>
              <a:buSzPts val="3200"/>
              <a:buFont typeface="Arial"/>
              <a:buNone/>
              <a:defRPr sz="3200" b="0" i="0" u="none" strike="noStrike" cap="none">
                <a:solidFill>
                  <a:schemeClr val="lt1"/>
                </a:solidFill>
                <a:latin typeface="Arial"/>
                <a:ea typeface="Arial"/>
                <a:cs typeface="Arial"/>
                <a:sym typeface="Arial"/>
              </a:defRPr>
            </a:lvl1pPr>
            <a:lvl2pPr marR="0" lvl="1"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2pPr>
            <a:lvl3pPr marR="0" lvl="2"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3pPr>
            <a:lvl4pPr marR="0" lvl="3"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4pPr>
            <a:lvl5pPr marR="0" lvl="4"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5pPr>
            <a:lvl6pPr marR="0" lvl="5"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6pPr>
            <a:lvl7pPr marR="0" lvl="6"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7pPr>
            <a:lvl8pPr marR="0" lvl="7"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8pPr>
            <a:lvl9pPr marR="0" lvl="8" algn="l" rtl="0">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sym typeface="Roboto"/>
              </a:defRPr>
            </a:lvl9pPr>
          </a:lstStyle>
          <a:p>
            <a:endParaRPr/>
          </a:p>
        </p:txBody>
      </p:sp>
      <p:sp>
        <p:nvSpPr>
          <p:cNvPr id="37" name="Google Shape;37;p8"/>
          <p:cNvSpPr txBox="1">
            <a:spLocks noGrp="1"/>
          </p:cNvSpPr>
          <p:nvPr>
            <p:ph type="body" idx="1"/>
          </p:nvPr>
        </p:nvSpPr>
        <p:spPr>
          <a:xfrm>
            <a:off x="471900" y="1919075"/>
            <a:ext cx="8222100" cy="2710125"/>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sym typeface="Montserrat"/>
              </a:defRPr>
            </a:lvl1pPr>
            <a:lvl2pPr marL="914400" marR="0" lvl="1"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2pPr>
            <a:lvl3pPr marL="1371600" marR="0" lvl="2"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3pPr>
            <a:lvl4pPr marL="1828800" marR="0" lvl="3"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4pPr>
            <a:lvl5pPr marL="2286000" marR="0" lvl="4"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5pPr>
            <a:lvl6pPr marL="2743200" marR="0" lvl="5"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6pPr>
            <a:lvl7pPr marL="3200400" marR="0" lvl="6"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7pPr>
            <a:lvl8pPr marL="3657600" marR="0" lvl="7" indent="-317500" algn="l" rtl="0">
              <a:lnSpc>
                <a:spcPct val="115000"/>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8pPr>
            <a:lvl9pPr marL="4114800" marR="0" lvl="8" indent="-317500" algn="l" rtl="0">
              <a:lnSpc>
                <a:spcPct val="115000"/>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sym typeface="Montserrat"/>
              </a:defRPr>
            </a:lvl9pPr>
          </a:lstStyle>
          <a:p>
            <a:endParaRPr/>
          </a:p>
        </p:txBody>
      </p:sp>
      <p:sp>
        <p:nvSpPr>
          <p:cNvPr id="38" name="Google Shape;38;p8"/>
          <p:cNvSpPr txBox="1">
            <a:spLocks noGrp="1"/>
          </p:cNvSpPr>
          <p:nvPr>
            <p:ph type="sldNum" idx="12"/>
          </p:nvPr>
        </p:nvSpPr>
        <p:spPr>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www.rfc-editor.org/info/bcp79" TargetMode="External"/><Relationship Id="rId3" Type="http://schemas.openxmlformats.org/officeDocument/2006/relationships/hyperlink" Target="https://www7.ietf.org/contact/ombudsteam/" TargetMode="External"/><Relationship Id="rId7" Type="http://schemas.openxmlformats.org/officeDocument/2006/relationships/hyperlink" Target="https://www.rfc-editor.org/info/bcp78"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hyperlink" Target="https://www.rfc-editor.org/info/bcp54" TargetMode="External"/><Relationship Id="rId5" Type="http://schemas.openxmlformats.org/officeDocument/2006/relationships/hyperlink" Target="https://www.rfc-editor.org/info/bcp25" TargetMode="External"/><Relationship Id="rId4" Type="http://schemas.openxmlformats.org/officeDocument/2006/relationships/hyperlink" Target="https://www.rfc-editor.org/info/bcp9" TargetMode="External"/><Relationship Id="rId9" Type="http://schemas.openxmlformats.org/officeDocument/2006/relationships/hyperlink" Target="https://www.ietf.org/privacy-policy/"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datatracker.ietf.org/group/bmwg/about/"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hyperlink" Target="https://datatracker.ietf.org/group/ippm/about/" TargetMode="Externa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notes.ietf.org/notes-ietf-123-bmwg-ippm"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datatracker.ietf.org/doc/draft-ietf-bmwg-mlrsearch/"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hyperlink" Target="https://datatracker.ietf.org/doc/draft-cprjgf-bmwg-powerbench/" TargetMode="External"/><Relationship Id="rId5" Type="http://schemas.openxmlformats.org/officeDocument/2006/relationships/hyperlink" Target="https://datatracker.ietf.org/doc/draft-ietf-bmwg-sr-bench-meth/" TargetMode="External"/><Relationship Id="rId4" Type="http://schemas.openxmlformats.org/officeDocument/2006/relationships/hyperlink" Target="https://datatracker.ietf.org/doc/draft-ietf-bmwg-network-tester-cfg/" TargetMode="External"/></Relationships>
</file>

<file path=ppt/slides/_rels/slide13.xml.rels><?xml version="1.0" encoding="UTF-8" standalone="yes"?>
<Relationships xmlns="http://schemas.openxmlformats.org/package/2006/relationships"><Relationship Id="rId8" Type="http://schemas.openxmlformats.org/officeDocument/2006/relationships/hyperlink" Target="https://datatracker.ietf.org/doc/html/draft-iuzh-ippm-ioam-integrity-yang" TargetMode="External"/><Relationship Id="rId3" Type="http://schemas.openxmlformats.org/officeDocument/2006/relationships/hyperlink" Target="https://datatracker.ietf.org/doc/html/draft-ietf-ippm-capacity-protocol" TargetMode="External"/><Relationship Id="rId7" Type="http://schemas.openxmlformats.org/officeDocument/2006/relationships/hyperlink" Target="https://datatracker.ietf.org/doc/html/draft-ietf-ippm-on-path-active-measurements"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hyperlink" Target="https://datatracker.ietf.org/doc/html/draft-ietf-ippm-qoo" TargetMode="External"/><Relationship Id="rId5" Type="http://schemas.openxmlformats.org/officeDocument/2006/relationships/hyperlink" Target="https://datatracker.ietf.org/doc/html/draft-ietf-ippm-hybrid-two-step" TargetMode="External"/><Relationship Id="rId4" Type="http://schemas.openxmlformats.org/officeDocument/2006/relationships/hyperlink" Target="https://datatracker.ietf.org/doc/html/draft-ietf-ippm-asymmetrical-pkts"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datatracker.ietf.org/meeting/agenda"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hyperlink" Target="http://www.ietf.org/how/meetings/issues/" TargetMode="External"/><Relationship Id="rId4" Type="http://schemas.openxmlformats.org/officeDocument/2006/relationships/hyperlink" Target="https://www.ietf.org/how/meetings/prepar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9"/>
          <p:cNvSpPr txBox="1">
            <a:spLocks noGrp="1"/>
          </p:cNvSpPr>
          <p:nvPr>
            <p:ph type="title"/>
          </p:nvPr>
        </p:nvSpPr>
        <p:spPr>
          <a:xfrm>
            <a:off x="754464" y="2104950"/>
            <a:ext cx="7635000" cy="933600"/>
          </a:xfrm>
          <a:prstGeom prst="rect">
            <a:avLst/>
          </a:prstGeom>
          <a:noFill/>
          <a:ln>
            <a:noFill/>
          </a:ln>
        </p:spPr>
        <p:txBody>
          <a:bodyPr spcFirstLastPara="1" wrap="square" lIns="91400" tIns="91400" rIns="91400" bIns="91400" anchor="b" anchorCtr="0">
            <a:noAutofit/>
          </a:bodyPr>
          <a:lstStyle/>
          <a:p>
            <a:pPr marL="0" marR="0" lvl="0" indent="0" algn="l" rtl="0">
              <a:lnSpc>
                <a:spcPct val="100000"/>
              </a:lnSpc>
              <a:spcBef>
                <a:spcPts val="0"/>
              </a:spcBef>
              <a:spcAft>
                <a:spcPts val="0"/>
              </a:spcAft>
              <a:buClr>
                <a:srgbClr val="FFFFFF"/>
              </a:buClr>
              <a:buSzPts val="4200"/>
              <a:buFont typeface="Open Sans"/>
              <a:buNone/>
            </a:pPr>
            <a:r>
              <a:rPr lang="en-US" sz="3600" dirty="0">
                <a:latin typeface="Inter"/>
                <a:ea typeface="Inter"/>
                <a:cs typeface="Inter"/>
                <a:sym typeface="Inter"/>
              </a:rPr>
              <a:t>IETF 1</a:t>
            </a:r>
            <a:r>
              <a:rPr lang="en-US" sz="3600" dirty="0"/>
              <a:t>24</a:t>
            </a:r>
            <a:r>
              <a:rPr lang="en-US" sz="3600" dirty="0">
                <a:latin typeface="Inter"/>
                <a:ea typeface="Inter"/>
                <a:cs typeface="Inter"/>
                <a:sym typeface="Inter"/>
              </a:rPr>
              <a:t> BMWG &amp; IPPM</a:t>
            </a:r>
          </a:p>
        </p:txBody>
      </p:sp>
      <p:sp>
        <p:nvSpPr>
          <p:cNvPr id="100" name="Google Shape;100;p19"/>
          <p:cNvSpPr txBox="1"/>
          <p:nvPr/>
        </p:nvSpPr>
        <p:spPr>
          <a:xfrm>
            <a:off x="754475" y="1465800"/>
            <a:ext cx="4986900" cy="522900"/>
          </a:xfrm>
          <a:prstGeom prst="rect">
            <a:avLst/>
          </a:prstGeom>
          <a:noFill/>
          <a:ln>
            <a:noFill/>
          </a:ln>
        </p:spPr>
        <p:txBody>
          <a:bodyPr spcFirstLastPara="1" wrap="square" lIns="91400" tIns="91400" rIns="91400" bIns="91400" anchor="t" anchorCtr="0">
            <a:noAutofit/>
          </a:bodyPr>
          <a:lstStyle/>
          <a:p>
            <a:pPr marL="0" marR="0" lvl="0" indent="0" algn="l" rtl="0">
              <a:lnSpc>
                <a:spcPct val="100000"/>
              </a:lnSpc>
              <a:spcBef>
                <a:spcPts val="0"/>
              </a:spcBef>
              <a:spcAft>
                <a:spcPts val="0"/>
              </a:spcAft>
              <a:buClr>
                <a:srgbClr val="FFFFFF"/>
              </a:buClr>
              <a:buSzPts val="2400"/>
              <a:buFont typeface="Montserrat"/>
              <a:buNone/>
            </a:pPr>
            <a:r>
              <a:rPr lang="en-US" sz="2100" dirty="0">
                <a:solidFill>
                  <a:srgbClr val="FFFFFF"/>
                </a:solidFill>
                <a:latin typeface="Inter"/>
                <a:ea typeface="Inter"/>
                <a:cs typeface="Inter"/>
                <a:sym typeface="Inter"/>
              </a:rPr>
              <a:t>5 November 2025</a:t>
            </a:r>
            <a:endParaRPr lang="en-US" sz="1100" dirty="0">
              <a:latin typeface="Inter"/>
              <a:ea typeface="Inter"/>
              <a:cs typeface="Inter"/>
              <a:sym typeface="Inter"/>
            </a:endParaRPr>
          </a:p>
        </p:txBody>
      </p:sp>
      <p:sp>
        <p:nvSpPr>
          <p:cNvPr id="101" name="Google Shape;101;p19"/>
          <p:cNvSpPr txBox="1"/>
          <p:nvPr/>
        </p:nvSpPr>
        <p:spPr>
          <a:xfrm>
            <a:off x="294650" y="4322350"/>
            <a:ext cx="3783600" cy="44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200" dirty="0">
                <a:latin typeface="Inter"/>
                <a:ea typeface="Inter"/>
                <a:cs typeface="Inter"/>
                <a:sym typeface="Inter"/>
              </a:rPr>
              <a:t>Internet Engineering Task Force</a:t>
            </a:r>
          </a:p>
          <a:p>
            <a:pPr marL="0" lvl="0" indent="0" algn="l" rtl="0">
              <a:spcBef>
                <a:spcPts val="0"/>
              </a:spcBef>
              <a:spcAft>
                <a:spcPts val="0"/>
              </a:spcAft>
              <a:buNone/>
            </a:pPr>
            <a:r>
              <a:rPr lang="en-US" sz="1200" dirty="0">
                <a:latin typeface="Inter"/>
                <a:ea typeface="Inter"/>
                <a:cs typeface="Inter"/>
                <a:sym typeface="Inter"/>
              </a:rPr>
              <a:t>© 2025 IETF Trust </a:t>
            </a:r>
          </a:p>
          <a:p>
            <a:pPr marL="0" lvl="0" indent="0" algn="l" rtl="0">
              <a:spcBef>
                <a:spcPts val="0"/>
              </a:spcBef>
              <a:spcAft>
                <a:spcPts val="0"/>
              </a:spcAft>
              <a:buNone/>
            </a:pPr>
            <a:r>
              <a:rPr lang="en-US" sz="1200" dirty="0">
                <a:latin typeface="Inter"/>
                <a:ea typeface="Inter"/>
                <a:cs typeface="Inter"/>
                <a:sym typeface="Inter"/>
              </a:rPr>
              <a:t>Production by </a:t>
            </a:r>
            <a:r>
              <a:rPr lang="en-US" sz="1200" dirty="0" err="1">
                <a:latin typeface="Inter"/>
                <a:ea typeface="Inter"/>
                <a:cs typeface="Inter"/>
                <a:sym typeface="Inter"/>
              </a:rPr>
              <a:t>Meetecho</a:t>
            </a:r>
            <a:endParaRPr lang="en-US" sz="1200" dirty="0">
              <a:latin typeface="Inter"/>
              <a:ea typeface="Inter"/>
              <a:cs typeface="Inter"/>
              <a:sym typeface="Inter"/>
            </a:endParaRPr>
          </a:p>
        </p:txBody>
      </p:sp>
      <p:sp>
        <p:nvSpPr>
          <p:cNvPr id="102" name="Google Shape;102;p19"/>
          <p:cNvSpPr txBox="1"/>
          <p:nvPr/>
        </p:nvSpPr>
        <p:spPr>
          <a:xfrm>
            <a:off x="754475" y="3154800"/>
            <a:ext cx="5724900" cy="667800"/>
          </a:xfrm>
          <a:prstGeom prst="rect">
            <a:avLst/>
          </a:prstGeom>
          <a:noFill/>
          <a:ln>
            <a:noFill/>
          </a:ln>
        </p:spPr>
        <p:txBody>
          <a:bodyPr spcFirstLastPara="1" wrap="square" lIns="91425" tIns="91425" rIns="91425" bIns="91425" anchor="t" anchorCtr="0">
            <a:noAutofit/>
          </a:bodyPr>
          <a:lstStyle/>
          <a:p>
            <a:pPr marL="0" lvl="0" indent="0" algn="l" rtl="0">
              <a:lnSpc>
                <a:spcPct val="110000"/>
              </a:lnSpc>
              <a:spcBef>
                <a:spcPts val="300"/>
              </a:spcBef>
              <a:spcAft>
                <a:spcPts val="0"/>
              </a:spcAft>
              <a:buNone/>
            </a:pPr>
            <a:r>
              <a:rPr lang="en-US" sz="2400" dirty="0">
                <a:solidFill>
                  <a:srgbClr val="FFF2CC"/>
                </a:solidFill>
                <a:latin typeface="Inter"/>
                <a:ea typeface="Inter"/>
                <a:cs typeface="Inter"/>
                <a:sym typeface="Inter"/>
              </a:rPr>
              <a:t>This session is being recorded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0"/>
          <p:cNvSpPr txBox="1">
            <a:spLocks noGrp="1"/>
          </p:cNvSpPr>
          <p:nvPr>
            <p:ph type="title"/>
          </p:nvPr>
        </p:nvSpPr>
        <p:spPr>
          <a:xfrm>
            <a:off x="401925" y="16350"/>
            <a:ext cx="8523000" cy="602775"/>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3200"/>
              <a:buFont typeface="Open Sans SemiBold"/>
              <a:buNone/>
            </a:pPr>
            <a:r>
              <a:rPr lang="en-US" sz="2400" dirty="0">
                <a:latin typeface="Inter"/>
                <a:ea typeface="Inter"/>
                <a:cs typeface="Inter"/>
                <a:sym typeface="Inter"/>
              </a:rPr>
              <a:t>Note Well</a:t>
            </a:r>
            <a:endParaRPr lang="en-US" sz="2400" i="0" u="none" strike="noStrike" cap="none" dirty="0">
              <a:solidFill>
                <a:schemeClr val="lt1"/>
              </a:solidFill>
              <a:latin typeface="Inter"/>
              <a:ea typeface="Inter"/>
              <a:cs typeface="Inter"/>
              <a:sym typeface="Inter"/>
            </a:endParaRPr>
          </a:p>
        </p:txBody>
      </p:sp>
      <p:sp>
        <p:nvSpPr>
          <p:cNvPr id="108" name="Google Shape;108;p20"/>
          <p:cNvSpPr txBox="1">
            <a:spLocks noGrp="1"/>
          </p:cNvSpPr>
          <p:nvPr>
            <p:ph type="body" idx="4294967295"/>
          </p:nvPr>
        </p:nvSpPr>
        <p:spPr>
          <a:xfrm>
            <a:off x="401925" y="722400"/>
            <a:ext cx="8307600" cy="3698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SzPts val="1800"/>
              <a:buNone/>
            </a:pPr>
            <a:r>
              <a:rPr lang="en-US" sz="1000" dirty="0">
                <a:solidFill>
                  <a:srgbClr val="434343"/>
                </a:solidFill>
                <a:latin typeface="Inter"/>
                <a:ea typeface="Inter"/>
                <a:cs typeface="Inter"/>
                <a:sym typeface="Inter"/>
              </a:rPr>
              <a:t>This is a reminder of IETF policies in effect on various topics such as patents or code of conduct. It is only meant to point you in the right direction. Exceptions may apply. The IETF's patent policy and the definition of an IETF "contribution" and "participation" are set forth in BCP 79; please read it carefully.</a:t>
            </a:r>
          </a:p>
          <a:p>
            <a:pPr marL="0" lvl="0" indent="0" algn="l" rtl="0">
              <a:lnSpc>
                <a:spcPct val="115000"/>
              </a:lnSpc>
              <a:spcBef>
                <a:spcPts val="600"/>
              </a:spcBef>
              <a:spcAft>
                <a:spcPts val="0"/>
              </a:spcAft>
              <a:buSzPts val="1800"/>
              <a:buNone/>
            </a:pPr>
            <a:r>
              <a:rPr lang="en-US" sz="1000" dirty="0">
                <a:solidFill>
                  <a:srgbClr val="434343"/>
                </a:solidFill>
                <a:latin typeface="Inter"/>
                <a:ea typeface="Inter"/>
                <a:cs typeface="Inter"/>
                <a:sym typeface="Inter"/>
              </a:rPr>
              <a:t>As a reminder:</a:t>
            </a:r>
          </a:p>
          <a:p>
            <a:pPr marL="457200" lvl="0" indent="-292100" algn="l" rtl="0">
              <a:lnSpc>
                <a:spcPct val="115000"/>
              </a:lnSpc>
              <a:spcBef>
                <a:spcPts val="600"/>
              </a:spcBef>
              <a:spcAft>
                <a:spcPts val="0"/>
              </a:spcAft>
              <a:buClr>
                <a:srgbClr val="434343"/>
              </a:buClr>
              <a:buSzPts val="1000"/>
              <a:buFont typeface="Inter"/>
              <a:buChar char="●"/>
            </a:pPr>
            <a:r>
              <a:rPr lang="en-US" sz="1000" dirty="0">
                <a:solidFill>
                  <a:srgbClr val="434343"/>
                </a:solidFill>
                <a:latin typeface="Inter"/>
                <a:ea typeface="Inter"/>
                <a:cs typeface="Inter"/>
                <a:sym typeface="Inter"/>
              </a:rPr>
              <a:t>By participating in the IETF, you agree to follow IETF processes and policies.</a:t>
            </a:r>
          </a:p>
          <a:p>
            <a:pPr marL="457200" lvl="0" indent="-292100" algn="l" rtl="0">
              <a:lnSpc>
                <a:spcPct val="115000"/>
              </a:lnSpc>
              <a:spcBef>
                <a:spcPts val="200"/>
              </a:spcBef>
              <a:spcAft>
                <a:spcPts val="0"/>
              </a:spcAft>
              <a:buClr>
                <a:srgbClr val="434343"/>
              </a:buClr>
              <a:buSzPts val="1000"/>
              <a:buFont typeface="Inter"/>
              <a:buChar char="●"/>
            </a:pPr>
            <a:r>
              <a:rPr lang="en-US" sz="1000" dirty="0">
                <a:solidFill>
                  <a:srgbClr val="434343"/>
                </a:solidFill>
                <a:latin typeface="Inter"/>
                <a:ea typeface="Inter"/>
                <a:cs typeface="Inter"/>
                <a:sym typeface="Inter"/>
              </a:rPr>
              <a:t>If you are aware that any IETF contribution is covered by patents or patent applications that are owned or controlled by you or your sponsor, you must disclose that fact, or not participate in the discussion.</a:t>
            </a:r>
          </a:p>
          <a:p>
            <a:pPr marL="457200" lvl="0" indent="-292100" algn="l" rtl="0">
              <a:lnSpc>
                <a:spcPct val="115000"/>
              </a:lnSpc>
              <a:spcBef>
                <a:spcPts val="200"/>
              </a:spcBef>
              <a:spcAft>
                <a:spcPts val="0"/>
              </a:spcAft>
              <a:buClr>
                <a:srgbClr val="434343"/>
              </a:buClr>
              <a:buSzPts val="1000"/>
              <a:buFont typeface="Inter"/>
              <a:buChar char="●"/>
            </a:pPr>
            <a:r>
              <a:rPr lang="en-US" sz="1000" dirty="0">
                <a:solidFill>
                  <a:srgbClr val="434343"/>
                </a:solidFill>
                <a:latin typeface="Inter"/>
                <a:ea typeface="Inter"/>
                <a:cs typeface="Inter"/>
                <a:sym typeface="Inter"/>
              </a:rPr>
              <a:t>As a participant in or attendee to any IETF activity you acknowledge that written, audio, video, and photographic records of meetings may be made public.</a:t>
            </a:r>
          </a:p>
          <a:p>
            <a:pPr marL="457200" lvl="0" indent="-292100" algn="l" rtl="0">
              <a:lnSpc>
                <a:spcPct val="115000"/>
              </a:lnSpc>
              <a:spcBef>
                <a:spcPts val="200"/>
              </a:spcBef>
              <a:spcAft>
                <a:spcPts val="0"/>
              </a:spcAft>
              <a:buClr>
                <a:srgbClr val="434343"/>
              </a:buClr>
              <a:buSzPts val="1000"/>
              <a:buFont typeface="Inter"/>
              <a:buChar char="●"/>
            </a:pPr>
            <a:r>
              <a:rPr lang="en-US" sz="1000" dirty="0">
                <a:solidFill>
                  <a:srgbClr val="434343"/>
                </a:solidFill>
                <a:latin typeface="Inter"/>
                <a:ea typeface="Inter"/>
                <a:cs typeface="Inter"/>
                <a:sym typeface="Inter"/>
              </a:rPr>
              <a:t>Personal information that you provide to IETF will be handled in accordance with the IETF Privacy Statement.</a:t>
            </a:r>
          </a:p>
          <a:p>
            <a:pPr marL="457200" lvl="0" indent="-292100" algn="l" rtl="0">
              <a:lnSpc>
                <a:spcPct val="115000"/>
              </a:lnSpc>
              <a:spcBef>
                <a:spcPts val="200"/>
              </a:spcBef>
              <a:spcAft>
                <a:spcPts val="0"/>
              </a:spcAft>
              <a:buClr>
                <a:srgbClr val="434343"/>
              </a:buClr>
              <a:buSzPts val="1000"/>
              <a:buFont typeface="Inter"/>
              <a:buChar char="●"/>
            </a:pPr>
            <a:r>
              <a:rPr lang="en-US" sz="1000" dirty="0">
                <a:solidFill>
                  <a:srgbClr val="434343"/>
                </a:solidFill>
                <a:latin typeface="Inter"/>
                <a:ea typeface="Inter"/>
                <a:cs typeface="Inter"/>
                <a:sym typeface="Inter"/>
              </a:rPr>
              <a:t>As a participant or attendee, you agree to work respectfully with other participants; please contact the </a:t>
            </a:r>
            <a:r>
              <a:rPr lang="en-US" sz="1000" dirty="0" err="1">
                <a:solidFill>
                  <a:srgbClr val="434343"/>
                </a:solidFill>
                <a:latin typeface="Inter"/>
                <a:ea typeface="Inter"/>
                <a:cs typeface="Inter"/>
                <a:sym typeface="Inter"/>
              </a:rPr>
              <a:t>ombudsteam</a:t>
            </a:r>
            <a:r>
              <a:rPr lang="en-US" sz="1000" dirty="0">
                <a:solidFill>
                  <a:srgbClr val="434343"/>
                </a:solidFill>
                <a:latin typeface="Inter"/>
                <a:ea typeface="Inter"/>
                <a:cs typeface="Inter"/>
                <a:sym typeface="Inter"/>
              </a:rPr>
              <a:t> (</a:t>
            </a:r>
            <a:r>
              <a:rPr lang="en-US" sz="1000" dirty="0">
                <a:solidFill>
                  <a:schemeClr val="hlink"/>
                </a:solidFill>
                <a:uFill>
                  <a:noFill/>
                </a:uFill>
                <a:latin typeface="Inter"/>
                <a:ea typeface="Inter"/>
                <a:cs typeface="Inter"/>
                <a:sym typeface="Inter"/>
                <a:hlinkClick r:id="rId3"/>
              </a:rPr>
              <a:t>https://www.ietf.org/contact/ombudsteam/</a:t>
            </a:r>
            <a:r>
              <a:rPr lang="en-US" sz="1000" dirty="0">
                <a:solidFill>
                  <a:srgbClr val="434343"/>
                </a:solidFill>
                <a:latin typeface="Inter"/>
                <a:ea typeface="Inter"/>
                <a:cs typeface="Inter"/>
                <a:sym typeface="Inter"/>
              </a:rPr>
              <a:t>) if you have questions or concerns about this.</a:t>
            </a:r>
          </a:p>
          <a:p>
            <a:pPr marL="0" lvl="0" indent="0" algn="l" rtl="0">
              <a:lnSpc>
                <a:spcPct val="100000"/>
              </a:lnSpc>
              <a:spcBef>
                <a:spcPts val="200"/>
              </a:spcBef>
              <a:spcAft>
                <a:spcPts val="0"/>
              </a:spcAft>
              <a:buSzPts val="1800"/>
              <a:buNone/>
            </a:pPr>
            <a:br>
              <a:rPr lang="en-US" sz="1000" dirty="0">
                <a:solidFill>
                  <a:srgbClr val="434343"/>
                </a:solidFill>
                <a:latin typeface="Inter"/>
                <a:ea typeface="Inter"/>
                <a:cs typeface="Inter"/>
                <a:sym typeface="Inter"/>
              </a:rPr>
            </a:br>
            <a:r>
              <a:rPr lang="en-US" sz="1000" dirty="0">
                <a:solidFill>
                  <a:srgbClr val="434343"/>
                </a:solidFill>
                <a:latin typeface="Inter"/>
                <a:ea typeface="Inter"/>
                <a:cs typeface="Inter"/>
                <a:sym typeface="Inter"/>
              </a:rPr>
              <a:t>Definitive information is in the documents listed below and other IETF BCPs. For advice, please talk to WG chairs or ADs:</a:t>
            </a:r>
          </a:p>
          <a:p>
            <a:pPr marL="457200" lvl="0" indent="-292100" algn="l" rtl="0">
              <a:lnSpc>
                <a:spcPct val="115000"/>
              </a:lnSpc>
              <a:spcBef>
                <a:spcPts val="600"/>
              </a:spcBef>
              <a:spcAft>
                <a:spcPts val="0"/>
              </a:spcAft>
              <a:buClr>
                <a:srgbClr val="434343"/>
              </a:buClr>
              <a:buSzPts val="1000"/>
              <a:buFont typeface="Inter"/>
              <a:buChar char="●"/>
            </a:pPr>
            <a:r>
              <a:rPr lang="en-US" sz="1000" dirty="0">
                <a:solidFill>
                  <a:schemeClr val="hlink"/>
                </a:solidFill>
                <a:uFill>
                  <a:noFill/>
                </a:uFill>
                <a:latin typeface="Inter"/>
                <a:ea typeface="Inter"/>
                <a:cs typeface="Inter"/>
                <a:sym typeface="Inter"/>
                <a:hlinkClick r:id="rId4"/>
              </a:rPr>
              <a:t>BCP 9</a:t>
            </a:r>
            <a:r>
              <a:rPr lang="en-US" sz="1000" dirty="0">
                <a:solidFill>
                  <a:srgbClr val="434343"/>
                </a:solidFill>
                <a:latin typeface="Inter"/>
                <a:ea typeface="Inter"/>
                <a:cs typeface="Inter"/>
                <a:sym typeface="Inter"/>
              </a:rPr>
              <a:t> (Internet Standards Process)</a:t>
            </a:r>
          </a:p>
          <a:p>
            <a:pPr marL="457200" lvl="0" indent="-292100" algn="l" rtl="0">
              <a:lnSpc>
                <a:spcPct val="115000"/>
              </a:lnSpc>
              <a:spcBef>
                <a:spcPts val="0"/>
              </a:spcBef>
              <a:spcAft>
                <a:spcPts val="0"/>
              </a:spcAft>
              <a:buClr>
                <a:srgbClr val="434343"/>
              </a:buClr>
              <a:buSzPts val="1000"/>
              <a:buFont typeface="Inter"/>
              <a:buChar char="●"/>
            </a:pPr>
            <a:r>
              <a:rPr lang="en-US" sz="1000" dirty="0">
                <a:solidFill>
                  <a:schemeClr val="hlink"/>
                </a:solidFill>
                <a:uFill>
                  <a:noFill/>
                </a:uFill>
                <a:latin typeface="Inter"/>
                <a:ea typeface="Inter"/>
                <a:cs typeface="Inter"/>
                <a:sym typeface="Inter"/>
                <a:hlinkClick r:id="rId5"/>
              </a:rPr>
              <a:t>BCP 25</a:t>
            </a:r>
            <a:r>
              <a:rPr lang="en-US" sz="1000" dirty="0">
                <a:solidFill>
                  <a:srgbClr val="434343"/>
                </a:solidFill>
                <a:latin typeface="Inter"/>
                <a:ea typeface="Inter"/>
                <a:cs typeface="Inter"/>
                <a:sym typeface="Inter"/>
              </a:rPr>
              <a:t> (Working Group processes)</a:t>
            </a:r>
          </a:p>
          <a:p>
            <a:pPr marL="457200" lvl="0" indent="-292100" algn="l" rtl="0">
              <a:lnSpc>
                <a:spcPct val="115000"/>
              </a:lnSpc>
              <a:spcBef>
                <a:spcPts val="0"/>
              </a:spcBef>
              <a:spcAft>
                <a:spcPts val="0"/>
              </a:spcAft>
              <a:buClr>
                <a:srgbClr val="434343"/>
              </a:buClr>
              <a:buSzPts val="1000"/>
              <a:buFont typeface="Inter"/>
              <a:buChar char="●"/>
            </a:pPr>
            <a:r>
              <a:rPr lang="en-US" sz="1000" dirty="0">
                <a:solidFill>
                  <a:schemeClr val="hlink"/>
                </a:solidFill>
                <a:uFill>
                  <a:noFill/>
                </a:uFill>
                <a:latin typeface="Inter"/>
                <a:ea typeface="Inter"/>
                <a:cs typeface="Inter"/>
                <a:sym typeface="Inter"/>
                <a:hlinkClick r:id="rId5"/>
              </a:rPr>
              <a:t>BCP 25</a:t>
            </a:r>
            <a:r>
              <a:rPr lang="en-US" sz="1000" dirty="0">
                <a:solidFill>
                  <a:srgbClr val="434343"/>
                </a:solidFill>
                <a:latin typeface="Inter"/>
                <a:ea typeface="Inter"/>
                <a:cs typeface="Inter"/>
                <a:sym typeface="Inter"/>
              </a:rPr>
              <a:t> (Anti-Harassment Procedures) </a:t>
            </a:r>
          </a:p>
          <a:p>
            <a:pPr marL="457200" lvl="0" indent="-292100" algn="l" rtl="0">
              <a:lnSpc>
                <a:spcPct val="115000"/>
              </a:lnSpc>
              <a:spcBef>
                <a:spcPts val="0"/>
              </a:spcBef>
              <a:spcAft>
                <a:spcPts val="0"/>
              </a:spcAft>
              <a:buClr>
                <a:srgbClr val="434343"/>
              </a:buClr>
              <a:buSzPts val="1000"/>
              <a:buFont typeface="Inter"/>
              <a:buChar char="●"/>
            </a:pPr>
            <a:r>
              <a:rPr lang="en-US" sz="1000" dirty="0">
                <a:solidFill>
                  <a:schemeClr val="hlink"/>
                </a:solidFill>
                <a:uFill>
                  <a:noFill/>
                </a:uFill>
                <a:latin typeface="Inter"/>
                <a:ea typeface="Inter"/>
                <a:cs typeface="Inter"/>
                <a:sym typeface="Inter"/>
                <a:hlinkClick r:id="rId6"/>
              </a:rPr>
              <a:t>BCP 54</a:t>
            </a:r>
            <a:r>
              <a:rPr lang="en-US" sz="1000" dirty="0">
                <a:solidFill>
                  <a:srgbClr val="434343"/>
                </a:solidFill>
                <a:latin typeface="Inter"/>
                <a:ea typeface="Inter"/>
                <a:cs typeface="Inter"/>
                <a:sym typeface="Inter"/>
              </a:rPr>
              <a:t> (Code of Conduct)</a:t>
            </a:r>
          </a:p>
          <a:p>
            <a:pPr marL="457200" lvl="0" indent="-292100" algn="l" rtl="0">
              <a:lnSpc>
                <a:spcPct val="115000"/>
              </a:lnSpc>
              <a:spcBef>
                <a:spcPts val="0"/>
              </a:spcBef>
              <a:spcAft>
                <a:spcPts val="0"/>
              </a:spcAft>
              <a:buClr>
                <a:srgbClr val="434343"/>
              </a:buClr>
              <a:buSzPts val="1000"/>
              <a:buFont typeface="Inter"/>
              <a:buChar char="●"/>
            </a:pPr>
            <a:r>
              <a:rPr lang="en-US" sz="1000" dirty="0">
                <a:solidFill>
                  <a:schemeClr val="hlink"/>
                </a:solidFill>
                <a:uFill>
                  <a:noFill/>
                </a:uFill>
                <a:latin typeface="Inter"/>
                <a:ea typeface="Inter"/>
                <a:cs typeface="Inter"/>
                <a:sym typeface="Inter"/>
                <a:hlinkClick r:id="rId7"/>
              </a:rPr>
              <a:t>BCP 78</a:t>
            </a:r>
            <a:r>
              <a:rPr lang="en-US" sz="1000" dirty="0">
                <a:solidFill>
                  <a:srgbClr val="434343"/>
                </a:solidFill>
                <a:latin typeface="Inter"/>
                <a:ea typeface="Inter"/>
                <a:cs typeface="Inter"/>
                <a:sym typeface="Inter"/>
              </a:rPr>
              <a:t> (Copyright)</a:t>
            </a:r>
          </a:p>
          <a:p>
            <a:pPr marL="457200" lvl="0" indent="-292100" algn="l" rtl="0">
              <a:lnSpc>
                <a:spcPct val="115000"/>
              </a:lnSpc>
              <a:spcBef>
                <a:spcPts val="0"/>
              </a:spcBef>
              <a:spcAft>
                <a:spcPts val="0"/>
              </a:spcAft>
              <a:buClr>
                <a:srgbClr val="434343"/>
              </a:buClr>
              <a:buSzPts val="1000"/>
              <a:buFont typeface="Inter"/>
              <a:buChar char="●"/>
            </a:pPr>
            <a:r>
              <a:rPr lang="en-US" sz="1000" dirty="0">
                <a:solidFill>
                  <a:schemeClr val="hlink"/>
                </a:solidFill>
                <a:uFill>
                  <a:noFill/>
                </a:uFill>
                <a:latin typeface="Inter"/>
                <a:ea typeface="Inter"/>
                <a:cs typeface="Inter"/>
                <a:sym typeface="Inter"/>
                <a:hlinkClick r:id="rId8"/>
              </a:rPr>
              <a:t>BCP 79</a:t>
            </a:r>
            <a:r>
              <a:rPr lang="en-US" sz="1000" dirty="0">
                <a:solidFill>
                  <a:srgbClr val="434343"/>
                </a:solidFill>
                <a:latin typeface="Inter"/>
                <a:ea typeface="Inter"/>
                <a:cs typeface="Inter"/>
                <a:sym typeface="Inter"/>
              </a:rPr>
              <a:t> (Patents, Participation)</a:t>
            </a:r>
          </a:p>
          <a:p>
            <a:pPr marL="457200" lvl="0" indent="-292100" algn="l" rtl="0">
              <a:lnSpc>
                <a:spcPct val="115000"/>
              </a:lnSpc>
              <a:spcBef>
                <a:spcPts val="0"/>
              </a:spcBef>
              <a:spcAft>
                <a:spcPts val="0"/>
              </a:spcAft>
              <a:buClr>
                <a:srgbClr val="434343"/>
              </a:buClr>
              <a:buSzPts val="1000"/>
              <a:buFont typeface="Inter"/>
              <a:buChar char="●"/>
            </a:pPr>
            <a:r>
              <a:rPr lang="en-US" sz="1000" dirty="0">
                <a:solidFill>
                  <a:schemeClr val="hlink"/>
                </a:solidFill>
                <a:uFill>
                  <a:noFill/>
                </a:uFill>
                <a:latin typeface="Inter"/>
                <a:ea typeface="Inter"/>
                <a:cs typeface="Inter"/>
                <a:sym typeface="Inter"/>
                <a:hlinkClick r:id="rId9"/>
              </a:rPr>
              <a:t>https://www.ietf.org/privacy-policy/</a:t>
            </a:r>
            <a:r>
              <a:rPr lang="en-US" sz="1000" dirty="0">
                <a:solidFill>
                  <a:srgbClr val="434343"/>
                </a:solidFill>
                <a:latin typeface="Inter"/>
                <a:ea typeface="Inter"/>
                <a:cs typeface="Inter"/>
                <a:sym typeface="Inter"/>
              </a:rPr>
              <a:t>(Privacy Policy)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1"/>
          <p:cNvSpPr txBox="1">
            <a:spLocks noGrp="1"/>
          </p:cNvSpPr>
          <p:nvPr>
            <p:ph type="title"/>
          </p:nvPr>
        </p:nvSpPr>
        <p:spPr>
          <a:xfrm>
            <a:off x="401925" y="16350"/>
            <a:ext cx="8523000" cy="6027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3200"/>
              <a:buFont typeface="Open Sans SemiBold"/>
              <a:buNone/>
            </a:pPr>
            <a:r>
              <a:rPr lang="en-US" sz="2400" dirty="0"/>
              <a:t>Note Really Well</a:t>
            </a:r>
            <a:endParaRPr lang="en-US" sz="2400" b="0" i="0" u="none" strike="noStrike" cap="none" dirty="0">
              <a:solidFill>
                <a:schemeClr val="lt1"/>
              </a:solidFill>
              <a:latin typeface="Open Sans"/>
              <a:ea typeface="Open Sans"/>
              <a:cs typeface="Open Sans"/>
              <a:sym typeface="Open Sans"/>
            </a:endParaRPr>
          </a:p>
        </p:txBody>
      </p:sp>
      <p:sp>
        <p:nvSpPr>
          <p:cNvPr id="114" name="Google Shape;114;p21"/>
          <p:cNvSpPr txBox="1">
            <a:spLocks noGrp="1"/>
          </p:cNvSpPr>
          <p:nvPr>
            <p:ph type="body" idx="4294967295"/>
          </p:nvPr>
        </p:nvSpPr>
        <p:spPr>
          <a:xfrm>
            <a:off x="401925" y="722400"/>
            <a:ext cx="7871700" cy="3698700"/>
          </a:xfrm>
          <a:prstGeom prst="rect">
            <a:avLst/>
          </a:prstGeom>
          <a:noFill/>
          <a:ln>
            <a:noFill/>
          </a:ln>
        </p:spPr>
        <p:txBody>
          <a:bodyPr spcFirstLastPara="1" wrap="square" lIns="91425" tIns="91425" rIns="91425" bIns="91425" anchor="t" anchorCtr="0">
            <a:noAutofit/>
          </a:bodyPr>
          <a:lstStyle/>
          <a:p>
            <a:pPr marL="457200" marR="0" lvl="0" indent="-311150" algn="l" rtl="0">
              <a:lnSpc>
                <a:spcPct val="115000"/>
              </a:lnSpc>
              <a:spcBef>
                <a:spcPts val="6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IETF meetings, virtual meetings, and mailing lists are intended for professional collaboration and networking, as defined in the IETF Guidelines for Conduct (RFC 7154), the IETF Anti-Harassment Policy, and the IETF Anti-Harassment Procedures (RFC 7776). If you have any concerns about observed behavior, please talk to the </a:t>
            </a:r>
            <a:r>
              <a:rPr lang="en-US" sz="1300" dirty="0" err="1">
                <a:solidFill>
                  <a:srgbClr val="434343"/>
                </a:solidFill>
                <a:latin typeface="Inter"/>
                <a:ea typeface="Inter"/>
                <a:cs typeface="Inter"/>
                <a:sym typeface="Inter"/>
              </a:rPr>
              <a:t>Ombudsteam</a:t>
            </a:r>
            <a:r>
              <a:rPr lang="en-US" sz="1300" dirty="0">
                <a:solidFill>
                  <a:srgbClr val="434343"/>
                </a:solidFill>
                <a:latin typeface="Inter"/>
                <a:ea typeface="Inter"/>
                <a:cs typeface="Inter"/>
                <a:sym typeface="Inter"/>
              </a:rPr>
              <a:t>, who are available if you need confidentiality to raise concerns confident about harassment or other conduct in the IETF.</a:t>
            </a:r>
          </a:p>
          <a:p>
            <a:pPr marL="457200" marR="0" lvl="0" indent="-311150" algn="l" rtl="0">
              <a:lnSpc>
                <a:spcPct val="115000"/>
              </a:lnSpc>
              <a:spcBef>
                <a:spcPts val="10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The IETF strives to create and maintain an environment in which people of many different backgrounds and identities are treated with dignity, decency, and respect. Those who participate in the IETF are expected to behave according to professional standards and demonstrate appropriate workplace behavior.</a:t>
            </a:r>
          </a:p>
          <a:p>
            <a:pPr marL="457200" marR="0" lvl="0" indent="-311150" algn="l" rtl="0">
              <a:lnSpc>
                <a:spcPct val="115000"/>
              </a:lnSpc>
              <a:spcBef>
                <a:spcPts val="10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IETF participants must not engage in harassment while at IETF meetings, virtual meetings, social events, or on mailing lists. Harassment is unwelcome hostile or intimidating behavior—in particular, speech or behavior that is aggressive or intimidates.</a:t>
            </a:r>
          </a:p>
          <a:p>
            <a:pPr marL="457200" marR="0" lvl="0" indent="-311150" algn="l" rtl="0">
              <a:lnSpc>
                <a:spcPct val="115000"/>
              </a:lnSpc>
              <a:spcBef>
                <a:spcPts val="1000"/>
              </a:spcBef>
              <a:spcAft>
                <a:spcPts val="1000"/>
              </a:spcAft>
              <a:buClr>
                <a:srgbClr val="434343"/>
              </a:buClr>
              <a:buSzPts val="1300"/>
              <a:buFont typeface="Inter"/>
              <a:buChar char="●"/>
            </a:pPr>
            <a:r>
              <a:rPr lang="en-US" sz="1300" dirty="0">
                <a:solidFill>
                  <a:srgbClr val="434343"/>
                </a:solidFill>
                <a:latin typeface="Inter"/>
                <a:ea typeface="Inter"/>
                <a:cs typeface="Inter"/>
                <a:sym typeface="Inter"/>
              </a:rPr>
              <a:t>If you believe you have been harassed, notice that someone else is being harassed, </a:t>
            </a:r>
            <a:br>
              <a:rPr lang="en-US" sz="1300" dirty="0">
                <a:solidFill>
                  <a:srgbClr val="434343"/>
                </a:solidFill>
                <a:latin typeface="Inter"/>
                <a:ea typeface="Inter"/>
                <a:cs typeface="Inter"/>
                <a:sym typeface="Inter"/>
              </a:rPr>
            </a:br>
            <a:r>
              <a:rPr lang="en-US" sz="1300" dirty="0">
                <a:solidFill>
                  <a:srgbClr val="434343"/>
                </a:solidFill>
                <a:latin typeface="Inter"/>
                <a:ea typeface="Inter"/>
                <a:cs typeface="Inter"/>
                <a:sym typeface="Inter"/>
              </a:rPr>
              <a:t>or have any other concerns, you are encouraged to raise your concern in confidence </a:t>
            </a:r>
            <a:br>
              <a:rPr lang="en-US" sz="1300" dirty="0">
                <a:solidFill>
                  <a:srgbClr val="434343"/>
                </a:solidFill>
                <a:latin typeface="Inter"/>
                <a:ea typeface="Inter"/>
                <a:cs typeface="Inter"/>
                <a:sym typeface="Inter"/>
              </a:rPr>
            </a:br>
            <a:r>
              <a:rPr lang="en-US" sz="1300" dirty="0">
                <a:solidFill>
                  <a:srgbClr val="434343"/>
                </a:solidFill>
                <a:latin typeface="Inter"/>
                <a:ea typeface="Inter"/>
                <a:cs typeface="Inter"/>
                <a:sym typeface="Inter"/>
              </a:rPr>
              <a:t>with one of the Ombudspersons.</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2"/>
          <p:cNvSpPr txBox="1">
            <a:spLocks noGrp="1"/>
          </p:cNvSpPr>
          <p:nvPr>
            <p:ph type="title"/>
          </p:nvPr>
        </p:nvSpPr>
        <p:spPr>
          <a:xfrm>
            <a:off x="471900" y="218223"/>
            <a:ext cx="8222100" cy="1288200"/>
          </a:xfrm>
          <a:prstGeom prst="rect">
            <a:avLst/>
          </a:prstGeom>
          <a:noFill/>
          <a:ln>
            <a:noFill/>
          </a:ln>
        </p:spPr>
        <p:txBody>
          <a:bodyPr spcFirstLastPara="1" wrap="square" lIns="91400" tIns="91400" rIns="91400" bIns="91400" anchor="b" anchorCtr="0">
            <a:noAutofit/>
          </a:bodyPr>
          <a:lstStyle/>
          <a:p>
            <a:pPr marL="0" marR="0" lvl="0" indent="0" algn="l" rtl="0">
              <a:lnSpc>
                <a:spcPct val="100000"/>
              </a:lnSpc>
              <a:spcBef>
                <a:spcPts val="0"/>
              </a:spcBef>
              <a:spcAft>
                <a:spcPts val="0"/>
              </a:spcAft>
              <a:buClr>
                <a:srgbClr val="FFFFFF"/>
              </a:buClr>
              <a:buSzPts val="3600"/>
              <a:buFont typeface="Open Sans"/>
              <a:buNone/>
            </a:pPr>
            <a:r>
              <a:rPr lang="en-US" dirty="0"/>
              <a:t>IETF 124 Meeting Tips</a:t>
            </a:r>
            <a:endParaRPr lang="en-US" sz="2400" dirty="0">
              <a:solidFill>
                <a:srgbClr val="FFFFFF"/>
              </a:solidFill>
            </a:endParaRPr>
          </a:p>
        </p:txBody>
      </p:sp>
      <p:sp>
        <p:nvSpPr>
          <p:cNvPr id="120" name="Google Shape;120;p22"/>
          <p:cNvSpPr txBox="1">
            <a:spLocks noGrp="1"/>
          </p:cNvSpPr>
          <p:nvPr>
            <p:ph type="body" idx="1"/>
          </p:nvPr>
        </p:nvSpPr>
        <p:spPr>
          <a:xfrm>
            <a:off x="331800" y="1896950"/>
            <a:ext cx="8480400" cy="2727300"/>
          </a:xfrm>
          <a:prstGeom prst="rect">
            <a:avLst/>
          </a:prstGeom>
          <a:noFill/>
          <a:ln>
            <a:noFill/>
          </a:ln>
        </p:spPr>
        <p:txBody>
          <a:bodyPr spcFirstLastPara="1" wrap="square" lIns="91400" tIns="91400" rIns="91400" bIns="91400" anchor="t" anchorCtr="0">
            <a:noAutofit/>
          </a:bodyPr>
          <a:lstStyle/>
          <a:p>
            <a:pPr marL="0" lvl="0" indent="0" algn="l" rtl="0">
              <a:lnSpc>
                <a:spcPct val="110000"/>
              </a:lnSpc>
              <a:spcBef>
                <a:spcPts val="300"/>
              </a:spcBef>
              <a:spcAft>
                <a:spcPts val="0"/>
              </a:spcAft>
              <a:buNone/>
            </a:pPr>
            <a:r>
              <a:rPr lang="en-US" sz="1600" b="1" dirty="0">
                <a:solidFill>
                  <a:srgbClr val="000000"/>
                </a:solidFill>
              </a:rPr>
              <a:t>In-person participants</a:t>
            </a:r>
            <a:endParaRPr lang="en-US" sz="1600" dirty="0">
              <a:solidFill>
                <a:srgbClr val="000000"/>
              </a:solidFill>
            </a:endParaRPr>
          </a:p>
          <a:p>
            <a:pPr marL="457200" lvl="0" indent="-330200" algn="l" rtl="0">
              <a:lnSpc>
                <a:spcPct val="110000"/>
              </a:lnSpc>
              <a:spcBef>
                <a:spcPts val="300"/>
              </a:spcBef>
              <a:spcAft>
                <a:spcPts val="0"/>
              </a:spcAft>
              <a:buClr>
                <a:srgbClr val="000000"/>
              </a:buClr>
              <a:buSzPts val="1600"/>
              <a:buChar char="●"/>
            </a:pPr>
            <a:r>
              <a:rPr lang="en-US" sz="1600" dirty="0">
                <a:solidFill>
                  <a:srgbClr val="000000"/>
                </a:solidFill>
              </a:rPr>
              <a:t>Make sure to sign into the session via </a:t>
            </a:r>
            <a:r>
              <a:rPr lang="en-US" sz="1600" dirty="0" err="1">
                <a:solidFill>
                  <a:srgbClr val="000000"/>
                </a:solidFill>
              </a:rPr>
              <a:t>Datatracker</a:t>
            </a:r>
            <a:r>
              <a:rPr lang="en-US" sz="1600" dirty="0">
                <a:solidFill>
                  <a:srgbClr val="000000"/>
                </a:solidFill>
              </a:rPr>
              <a:t> or the QR Code in this session.</a:t>
            </a:r>
          </a:p>
          <a:p>
            <a:pPr marL="457200" lvl="0" indent="-330200" algn="l" rtl="0">
              <a:lnSpc>
                <a:spcPct val="110000"/>
              </a:lnSpc>
              <a:spcBef>
                <a:spcPts val="0"/>
              </a:spcBef>
              <a:spcAft>
                <a:spcPts val="0"/>
              </a:spcAft>
              <a:buClr>
                <a:srgbClr val="000000"/>
              </a:buClr>
              <a:buSzPts val="1600"/>
              <a:buChar char="●"/>
            </a:pPr>
            <a:r>
              <a:rPr lang="en-US" sz="1600" dirty="0">
                <a:solidFill>
                  <a:srgbClr val="000000"/>
                </a:solidFill>
              </a:rPr>
              <a:t>Use </a:t>
            </a:r>
            <a:r>
              <a:rPr lang="en-US" sz="1600" dirty="0" err="1">
                <a:solidFill>
                  <a:srgbClr val="000000"/>
                </a:solidFill>
              </a:rPr>
              <a:t>Meetecho</a:t>
            </a:r>
            <a:r>
              <a:rPr lang="en-US" sz="1600" dirty="0">
                <a:solidFill>
                  <a:srgbClr val="000000"/>
                </a:solidFill>
              </a:rPr>
              <a:t> (usually the “</a:t>
            </a:r>
            <a:r>
              <a:rPr lang="en-US" sz="1600" dirty="0" err="1">
                <a:solidFill>
                  <a:srgbClr val="000000"/>
                </a:solidFill>
              </a:rPr>
              <a:t>Meetecho</a:t>
            </a:r>
            <a:r>
              <a:rPr lang="en-US" sz="1600" dirty="0">
                <a:solidFill>
                  <a:srgbClr val="000000"/>
                </a:solidFill>
              </a:rPr>
              <a:t> lite”) client to:</a:t>
            </a:r>
          </a:p>
          <a:p>
            <a:pPr marL="914400" lvl="1" indent="-330200" algn="l" rtl="0">
              <a:lnSpc>
                <a:spcPct val="110000"/>
              </a:lnSpc>
              <a:spcBef>
                <a:spcPts val="0"/>
              </a:spcBef>
              <a:spcAft>
                <a:spcPts val="0"/>
              </a:spcAft>
              <a:buClr>
                <a:srgbClr val="000000"/>
              </a:buClr>
              <a:buSzPts val="1600"/>
              <a:buChar char="○"/>
            </a:pPr>
            <a:r>
              <a:rPr lang="en-US" sz="1600" dirty="0">
                <a:solidFill>
                  <a:srgbClr val="000000"/>
                </a:solidFill>
              </a:rPr>
              <a:t>join the mic queue</a:t>
            </a:r>
          </a:p>
          <a:p>
            <a:pPr marL="914400" lvl="1" indent="-330200" algn="l" rtl="0">
              <a:lnSpc>
                <a:spcPct val="110000"/>
              </a:lnSpc>
              <a:spcBef>
                <a:spcPts val="0"/>
              </a:spcBef>
              <a:spcAft>
                <a:spcPts val="0"/>
              </a:spcAft>
              <a:buClr>
                <a:srgbClr val="000000"/>
              </a:buClr>
              <a:buSzPts val="1600"/>
              <a:buChar char="○"/>
            </a:pPr>
            <a:r>
              <a:rPr lang="en-US" sz="1600" dirty="0">
                <a:solidFill>
                  <a:srgbClr val="000000"/>
                </a:solidFill>
              </a:rPr>
              <a:t>participate in shows of hands</a:t>
            </a:r>
          </a:p>
          <a:p>
            <a:pPr marL="457200" lvl="0" indent="-330200" algn="l" rtl="0">
              <a:lnSpc>
                <a:spcPct val="110000"/>
              </a:lnSpc>
              <a:spcBef>
                <a:spcPts val="0"/>
              </a:spcBef>
              <a:spcAft>
                <a:spcPts val="0"/>
              </a:spcAft>
              <a:buClr>
                <a:srgbClr val="000000"/>
              </a:buClr>
              <a:buSzPts val="1600"/>
              <a:buChar char="●"/>
            </a:pPr>
            <a:r>
              <a:rPr lang="en-US" sz="1600" i="1" dirty="0">
                <a:solidFill>
                  <a:srgbClr val="000000"/>
                </a:solidFill>
              </a:rPr>
              <a:t>Keep audio and video off if not using the onsite version.</a:t>
            </a:r>
            <a:endParaRPr lang="en-US" sz="1600" b="1" dirty="0">
              <a:solidFill>
                <a:srgbClr val="000000"/>
              </a:solidFill>
            </a:endParaRPr>
          </a:p>
          <a:p>
            <a:pPr marL="0" lvl="0" indent="0" algn="l" rtl="0">
              <a:lnSpc>
                <a:spcPct val="110000"/>
              </a:lnSpc>
              <a:spcBef>
                <a:spcPts val="300"/>
              </a:spcBef>
              <a:spcAft>
                <a:spcPts val="0"/>
              </a:spcAft>
              <a:buNone/>
            </a:pPr>
            <a:r>
              <a:rPr lang="en-US" sz="1600" b="1" dirty="0">
                <a:solidFill>
                  <a:srgbClr val="000000"/>
                </a:solidFill>
              </a:rPr>
              <a:t>Remote participants </a:t>
            </a:r>
            <a:endParaRPr lang="en-US" sz="1600" dirty="0">
              <a:solidFill>
                <a:srgbClr val="000000"/>
              </a:solidFill>
            </a:endParaRPr>
          </a:p>
          <a:p>
            <a:pPr marL="457200" lvl="0" indent="-330200" algn="l" rtl="0">
              <a:lnSpc>
                <a:spcPct val="110000"/>
              </a:lnSpc>
              <a:spcBef>
                <a:spcPts val="300"/>
              </a:spcBef>
              <a:spcAft>
                <a:spcPts val="0"/>
              </a:spcAft>
              <a:buClr>
                <a:srgbClr val="000000"/>
              </a:buClr>
              <a:buSzPts val="1600"/>
              <a:buChar char="●"/>
            </a:pPr>
            <a:r>
              <a:rPr lang="en-US" sz="1600" dirty="0">
                <a:solidFill>
                  <a:srgbClr val="000000"/>
                </a:solidFill>
              </a:rPr>
              <a:t>Make sure your audio and video are off unless you are chairing or presenting during a session.</a:t>
            </a:r>
          </a:p>
          <a:p>
            <a:pPr marL="457200" lvl="0" indent="-330200" algn="l" rtl="0">
              <a:lnSpc>
                <a:spcPct val="110000"/>
              </a:lnSpc>
              <a:spcBef>
                <a:spcPts val="0"/>
              </a:spcBef>
              <a:spcAft>
                <a:spcPts val="0"/>
              </a:spcAft>
              <a:buClr>
                <a:srgbClr val="000000"/>
              </a:buClr>
              <a:buSzPts val="1600"/>
              <a:buChar char="●"/>
            </a:pPr>
            <a:r>
              <a:rPr lang="en-US" sz="1600" dirty="0">
                <a:solidFill>
                  <a:srgbClr val="000000"/>
                </a:solidFill>
              </a:rPr>
              <a:t>Use of a headset is strongly recommended.</a:t>
            </a:r>
          </a:p>
        </p:txBody>
      </p:sp>
      <p:sp>
        <p:nvSpPr>
          <p:cNvPr id="121" name="Google Shape;121;p22"/>
          <p:cNvSpPr txBox="1">
            <a:spLocks noGrp="1"/>
          </p:cNvSpPr>
          <p:nvPr>
            <p:ph type="sldNum" idx="12"/>
          </p:nvPr>
        </p:nvSpPr>
        <p:spPr>
          <a:xfrm>
            <a:off x="8735428" y="4724798"/>
            <a:ext cx="336900" cy="335400"/>
          </a:xfrm>
          <a:prstGeom prst="rect">
            <a:avLst/>
          </a:prstGeom>
          <a:noFill/>
          <a:ln>
            <a:noFill/>
          </a:ln>
        </p:spPr>
        <p:txBody>
          <a:bodyPr spcFirstLastPara="1" wrap="square" lIns="91400" tIns="91400" rIns="91400" bIns="91400" anchor="ctr" anchorCtr="0">
            <a:noAutofit/>
          </a:bodyPr>
          <a:lstStyle/>
          <a:p>
            <a:pPr marL="0" lvl="0" indent="0" algn="r" rtl="0">
              <a:spcBef>
                <a:spcPts val="0"/>
              </a:spcBef>
              <a:spcAft>
                <a:spcPts val="0"/>
              </a:spcAft>
              <a:buClr>
                <a:srgbClr val="737373"/>
              </a:buClr>
              <a:buSzPts val="1000"/>
              <a:buFont typeface="Roboto"/>
              <a:buNone/>
            </a:pPr>
            <a:fld id="{00000000-1234-1234-1234-123412341234}" type="slidenum">
              <a:rPr lang="en-US"/>
              <a:t>4</a:t>
            </a:fld>
            <a:endParaRPr lang="en-US" dirty="0"/>
          </a:p>
        </p:txBody>
      </p:sp>
      <p:sp>
        <p:nvSpPr>
          <p:cNvPr id="122" name="Google Shape;122;p22"/>
          <p:cNvSpPr txBox="1"/>
          <p:nvPr/>
        </p:nvSpPr>
        <p:spPr>
          <a:xfrm>
            <a:off x="1709550" y="218225"/>
            <a:ext cx="5724900" cy="667800"/>
          </a:xfrm>
          <a:prstGeom prst="rect">
            <a:avLst/>
          </a:prstGeom>
          <a:noFill/>
          <a:ln>
            <a:noFill/>
          </a:ln>
        </p:spPr>
        <p:txBody>
          <a:bodyPr spcFirstLastPara="1" wrap="square" lIns="91425" tIns="91425" rIns="91425" bIns="91425" anchor="t" anchorCtr="0">
            <a:noAutofit/>
          </a:bodyPr>
          <a:lstStyle/>
          <a:p>
            <a:pPr marL="0" lvl="0" indent="0" algn="ctr" rtl="0">
              <a:lnSpc>
                <a:spcPct val="110000"/>
              </a:lnSpc>
              <a:spcBef>
                <a:spcPts val="300"/>
              </a:spcBef>
              <a:spcAft>
                <a:spcPts val="0"/>
              </a:spcAft>
              <a:buNone/>
            </a:pPr>
            <a:r>
              <a:rPr lang="en-US" sz="2400" dirty="0">
                <a:solidFill>
                  <a:srgbClr val="FFE599"/>
                </a:solidFill>
                <a:latin typeface="Montserrat"/>
                <a:ea typeface="Montserrat"/>
                <a:cs typeface="Montserrat"/>
                <a:sym typeface="Montserrat"/>
              </a:rPr>
              <a:t>This session is being recorded</a:t>
            </a:r>
          </a:p>
        </p:txBody>
      </p:sp>
      <p:pic>
        <p:nvPicPr>
          <p:cNvPr id="123" name="Google Shape;123;p22"/>
          <p:cNvPicPr preferRelativeResize="0"/>
          <p:nvPr/>
        </p:nvPicPr>
        <p:blipFill>
          <a:blip r:embed="rId3">
            <a:alphaModFix/>
          </a:blip>
          <a:stretch>
            <a:fillRect/>
          </a:stretch>
        </p:blipFill>
        <p:spPr>
          <a:xfrm>
            <a:off x="6916950" y="2699300"/>
            <a:ext cx="1818475" cy="810300"/>
          </a:xfrm>
          <a:prstGeom prst="rect">
            <a:avLst/>
          </a:prstGeom>
          <a:noFill/>
          <a:ln>
            <a:noFill/>
          </a:ln>
          <a:effectLst>
            <a:outerShdw blurRad="114300" dist="19050" dir="3000000" algn="bl" rotWithShape="0">
              <a:srgbClr val="000000">
                <a:alpha val="50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15DC-F076-98D2-1BDF-BC01FEC9047B}"/>
              </a:ext>
            </a:extLst>
          </p:cNvPr>
          <p:cNvSpPr>
            <a:spLocks noGrp="1"/>
          </p:cNvSpPr>
          <p:nvPr>
            <p:ph type="title"/>
          </p:nvPr>
        </p:nvSpPr>
        <p:spPr/>
        <p:txBody>
          <a:bodyPr anchor="ctr"/>
          <a:lstStyle/>
          <a:p>
            <a:r>
              <a:rPr lang="en-US" dirty="0"/>
              <a:t>Joint BMWG and IPPM Meeting</a:t>
            </a:r>
          </a:p>
        </p:txBody>
      </p:sp>
      <p:sp>
        <p:nvSpPr>
          <p:cNvPr id="3" name="Text Placeholder 2">
            <a:extLst>
              <a:ext uri="{FF2B5EF4-FFF2-40B4-BE49-F238E27FC236}">
                <a16:creationId xmlns:a16="http://schemas.microsoft.com/office/drawing/2014/main" id="{DA4A6F5D-9442-B583-BAB9-5A102B90EC22}"/>
              </a:ext>
            </a:extLst>
          </p:cNvPr>
          <p:cNvSpPr>
            <a:spLocks noGrp="1"/>
          </p:cNvSpPr>
          <p:nvPr>
            <p:ph type="body" idx="1"/>
          </p:nvPr>
        </p:nvSpPr>
        <p:spPr/>
        <p:txBody>
          <a:bodyPr/>
          <a:lstStyle/>
          <a:p>
            <a:r>
              <a:rPr lang="en-US" sz="1500" dirty="0"/>
              <a:t>Due to similar topics we wanted to facilitate the exchange and discussions between both working groups by having a joint session again and start exploring a joint charter with Qin Wu together. Many thanks Qin for supporting us here.</a:t>
            </a:r>
          </a:p>
          <a:p>
            <a:pPr>
              <a:spcBef>
                <a:spcPts val="1200"/>
              </a:spcBef>
            </a:pPr>
            <a:r>
              <a:rPr lang="en-US" sz="1500" dirty="0"/>
              <a:t>Qin will be presenting at the end of this session an overview about the current state of both working groups and </a:t>
            </a:r>
            <a:r>
              <a:rPr lang="en-US" sz="1500"/>
              <a:t>the benefits </a:t>
            </a:r>
            <a:r>
              <a:rPr lang="en-US" sz="1500" dirty="0"/>
              <a:t>of a joint charter.</a:t>
            </a:r>
          </a:p>
          <a:p>
            <a:pPr>
              <a:spcBef>
                <a:spcPts val="1200"/>
              </a:spcBef>
            </a:pPr>
            <a:r>
              <a:rPr lang="en-US" sz="1500" dirty="0"/>
              <a:t>We are looking forward to as much feedback from both working groups during Qin's presentation, on the mailing list and at the next interim meeting on November 20th where we allocated another 30 minutes for joint chartering discussions.</a:t>
            </a:r>
          </a:p>
        </p:txBody>
      </p:sp>
      <p:sp>
        <p:nvSpPr>
          <p:cNvPr id="4" name="Slide Number Placeholder 3">
            <a:extLst>
              <a:ext uri="{FF2B5EF4-FFF2-40B4-BE49-F238E27FC236}">
                <a16:creationId xmlns:a16="http://schemas.microsoft.com/office/drawing/2014/main" id="{D216BDC7-4DE9-D9D5-0725-BBEF6CFE8DF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dirty="0"/>
          </a:p>
        </p:txBody>
      </p:sp>
    </p:spTree>
    <p:extLst>
      <p:ext uri="{BB962C8B-B14F-4D97-AF65-F5344CB8AC3E}">
        <p14:creationId xmlns:p14="http://schemas.microsoft.com/office/powerpoint/2010/main" val="2434865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1"/>
          <p:cNvSpPr txBox="1">
            <a:spLocks noGrp="1"/>
          </p:cNvSpPr>
          <p:nvPr>
            <p:ph type="title"/>
          </p:nvPr>
        </p:nvSpPr>
        <p:spPr>
          <a:xfrm>
            <a:off x="401925" y="16350"/>
            <a:ext cx="8523000" cy="6027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3200"/>
              <a:buFont typeface="Open Sans SemiBold"/>
              <a:buNone/>
            </a:pPr>
            <a:r>
              <a:rPr lang="en-US" sz="2400" dirty="0"/>
              <a:t>BMWG charter</a:t>
            </a:r>
            <a:endParaRPr lang="en-US" sz="2400" b="0" i="0" u="none" strike="noStrike" cap="none" dirty="0">
              <a:solidFill>
                <a:schemeClr val="lt1"/>
              </a:solidFill>
              <a:latin typeface="Open Sans"/>
              <a:ea typeface="Open Sans"/>
              <a:cs typeface="Open Sans"/>
              <a:sym typeface="Open Sans"/>
            </a:endParaRPr>
          </a:p>
        </p:txBody>
      </p:sp>
      <p:sp>
        <p:nvSpPr>
          <p:cNvPr id="114" name="Google Shape;114;p21"/>
          <p:cNvSpPr txBox="1">
            <a:spLocks noGrp="1"/>
          </p:cNvSpPr>
          <p:nvPr>
            <p:ph type="body" idx="4294967295"/>
          </p:nvPr>
        </p:nvSpPr>
        <p:spPr>
          <a:xfrm>
            <a:off x="401925" y="722400"/>
            <a:ext cx="7871700" cy="3698700"/>
          </a:xfrm>
          <a:prstGeom prst="rect">
            <a:avLst/>
          </a:prstGeom>
          <a:noFill/>
          <a:ln>
            <a:noFill/>
          </a:ln>
        </p:spPr>
        <p:txBody>
          <a:bodyPr spcFirstLastPara="1" wrap="square" lIns="91425" tIns="91425" rIns="91425" bIns="91425" anchor="t" anchorCtr="0">
            <a:noAutofit/>
          </a:bodyPr>
          <a:lstStyle/>
          <a:p>
            <a:pPr marL="146050" marR="0" lvl="0" indent="0" algn="l" rtl="0">
              <a:lnSpc>
                <a:spcPct val="115000"/>
              </a:lnSpc>
              <a:spcBef>
                <a:spcPts val="600"/>
              </a:spcBef>
              <a:spcAft>
                <a:spcPts val="0"/>
              </a:spcAft>
              <a:buClr>
                <a:srgbClr val="434343"/>
              </a:buClr>
              <a:buSzPts val="1300"/>
              <a:buNone/>
            </a:pPr>
            <a:endParaRPr lang="en-US" sz="1300" dirty="0">
              <a:solidFill>
                <a:srgbClr val="434343"/>
              </a:solidFill>
              <a:latin typeface="Inter"/>
              <a:ea typeface="Inter"/>
              <a:cs typeface="Inter"/>
              <a:sym typeface="Inter"/>
            </a:endParaRPr>
          </a:p>
          <a:p>
            <a:pPr marL="457200" marR="0" lvl="0" indent="-311150" algn="l" rtl="0">
              <a:lnSpc>
                <a:spcPct val="115000"/>
              </a:lnSpc>
              <a:spcBef>
                <a:spcPts val="6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The Benchmarking Methodology Working Group (BMWG) will continue to produce a series of recommendations concerning the </a:t>
            </a:r>
            <a:r>
              <a:rPr lang="en-US" sz="1300" b="1" dirty="0">
                <a:solidFill>
                  <a:srgbClr val="434343"/>
                </a:solidFill>
                <a:latin typeface="Inter"/>
                <a:ea typeface="Inter"/>
                <a:cs typeface="Inter"/>
                <a:sym typeface="Inter"/>
              </a:rPr>
              <a:t>key performance characteristics of internetworking technologies, or benchmarks for network devices, systems, and services. </a:t>
            </a:r>
            <a:r>
              <a:rPr lang="en-US" sz="1300" dirty="0">
                <a:solidFill>
                  <a:srgbClr val="434343"/>
                </a:solidFill>
                <a:latin typeface="Inter"/>
                <a:ea typeface="Inter"/>
                <a:cs typeface="Inter"/>
                <a:sym typeface="Inter"/>
              </a:rPr>
              <a:t>Taking a view of networking divided into planes, the scope of work includes benchmarks for the management, control, and forwarding planes. </a:t>
            </a:r>
          </a:p>
          <a:p>
            <a:pPr marL="457200" marR="0" lvl="0" indent="-311150" algn="l" rtl="0">
              <a:lnSpc>
                <a:spcPct val="115000"/>
              </a:lnSpc>
              <a:spcBef>
                <a:spcPts val="6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The set of relevant benchmarks will be developed with input from the community of users (network operators and testing organizations) and from those affected by the benchmarks when they are published (networking and test equipment manufacturers). </a:t>
            </a:r>
          </a:p>
          <a:p>
            <a:pPr marL="457200" marR="0" lvl="0" indent="-311150" algn="l" rtl="0">
              <a:lnSpc>
                <a:spcPct val="115000"/>
              </a:lnSpc>
              <a:spcBef>
                <a:spcPts val="6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The scope of the BMWG is limited to the characterization of implementations of various internetworking technologies using controlled stimuli in a laboratory environment. Said differently, the BMWG does not attempt to produce benchmarks for live, operational networks.</a:t>
            </a:r>
          </a:p>
          <a:p>
            <a:pPr marL="146050" marR="0" lvl="0" indent="0" algn="l" rtl="0">
              <a:lnSpc>
                <a:spcPct val="115000"/>
              </a:lnSpc>
              <a:spcBef>
                <a:spcPts val="600"/>
              </a:spcBef>
              <a:spcAft>
                <a:spcPts val="0"/>
              </a:spcAft>
              <a:buClr>
                <a:srgbClr val="434343"/>
              </a:buClr>
              <a:buSzPts val="1300"/>
              <a:buNone/>
            </a:pPr>
            <a:endParaRPr lang="en-US" sz="1300" b="1" dirty="0">
              <a:solidFill>
                <a:srgbClr val="434343"/>
              </a:solidFill>
              <a:latin typeface="Inter"/>
              <a:ea typeface="Inter"/>
              <a:cs typeface="Inter"/>
              <a:sym typeface="Inter"/>
            </a:endParaRPr>
          </a:p>
          <a:p>
            <a:pPr marL="146050" marR="0" lvl="0" indent="0" algn="l" rtl="0">
              <a:lnSpc>
                <a:spcPct val="115000"/>
              </a:lnSpc>
              <a:spcBef>
                <a:spcPts val="600"/>
              </a:spcBef>
              <a:spcAft>
                <a:spcPts val="0"/>
              </a:spcAft>
              <a:buClr>
                <a:srgbClr val="434343"/>
              </a:buClr>
              <a:buSzPts val="1300"/>
              <a:buNone/>
            </a:pPr>
            <a:r>
              <a:rPr lang="en-US" sz="1300" b="1" dirty="0">
                <a:solidFill>
                  <a:srgbClr val="434343"/>
                </a:solidFill>
                <a:latin typeface="Inter"/>
                <a:ea typeface="Inter"/>
                <a:cs typeface="Inter"/>
                <a:sym typeface="Inter"/>
              </a:rPr>
              <a:t>Full Charter: </a:t>
            </a:r>
            <a:r>
              <a:rPr lang="en-US" sz="1300" dirty="0">
                <a:solidFill>
                  <a:srgbClr val="434343"/>
                </a:solidFill>
                <a:latin typeface="Inter"/>
                <a:ea typeface="Inter"/>
                <a:cs typeface="Inter"/>
                <a:sym typeface="Inter"/>
                <a:hlinkClick r:id="rId3"/>
              </a:rPr>
              <a:t>https://datatracker.ietf.org/group/bmwg/about/</a:t>
            </a:r>
            <a:endParaRPr lang="en-US" sz="1300" dirty="0">
              <a:solidFill>
                <a:srgbClr val="434343"/>
              </a:solidFill>
              <a:latin typeface="Inter"/>
              <a:ea typeface="Inter"/>
              <a:cs typeface="Inter"/>
              <a:sym typeface="Inter"/>
            </a:endParaRPr>
          </a:p>
        </p:txBody>
      </p:sp>
    </p:spTree>
    <p:extLst>
      <p:ext uri="{BB962C8B-B14F-4D97-AF65-F5344CB8AC3E}">
        <p14:creationId xmlns:p14="http://schemas.microsoft.com/office/powerpoint/2010/main" val="1659843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1"/>
          <p:cNvSpPr txBox="1">
            <a:spLocks noGrp="1"/>
          </p:cNvSpPr>
          <p:nvPr>
            <p:ph type="title"/>
          </p:nvPr>
        </p:nvSpPr>
        <p:spPr>
          <a:xfrm>
            <a:off x="401925" y="16350"/>
            <a:ext cx="8523000" cy="602700"/>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3200"/>
              <a:buFont typeface="Open Sans SemiBold"/>
              <a:buNone/>
            </a:pPr>
            <a:r>
              <a:rPr lang="en-US" sz="2400" dirty="0"/>
              <a:t>IPPM charter</a:t>
            </a:r>
            <a:endParaRPr lang="en-US" sz="2400" b="0" i="0" u="none" strike="noStrike" cap="none" dirty="0">
              <a:solidFill>
                <a:schemeClr val="lt1"/>
              </a:solidFill>
              <a:latin typeface="Open Sans"/>
              <a:ea typeface="Open Sans"/>
              <a:cs typeface="Open Sans"/>
              <a:sym typeface="Open Sans"/>
            </a:endParaRPr>
          </a:p>
        </p:txBody>
      </p:sp>
      <p:sp>
        <p:nvSpPr>
          <p:cNvPr id="114" name="Google Shape;114;p21"/>
          <p:cNvSpPr txBox="1">
            <a:spLocks noGrp="1"/>
          </p:cNvSpPr>
          <p:nvPr>
            <p:ph type="body" idx="4294967295"/>
          </p:nvPr>
        </p:nvSpPr>
        <p:spPr>
          <a:xfrm>
            <a:off x="401925" y="722400"/>
            <a:ext cx="7871700" cy="3698700"/>
          </a:xfrm>
          <a:prstGeom prst="rect">
            <a:avLst/>
          </a:prstGeom>
          <a:noFill/>
          <a:ln>
            <a:noFill/>
          </a:ln>
        </p:spPr>
        <p:txBody>
          <a:bodyPr spcFirstLastPara="1" wrap="square" lIns="91425" tIns="91425" rIns="91425" bIns="91425" anchor="t" anchorCtr="0">
            <a:noAutofit/>
          </a:bodyPr>
          <a:lstStyle/>
          <a:p>
            <a:pPr marL="457200" marR="0" lvl="0" indent="-311150" algn="l" rtl="0">
              <a:lnSpc>
                <a:spcPct val="115000"/>
              </a:lnSpc>
              <a:spcBef>
                <a:spcPts val="600"/>
              </a:spcBef>
              <a:spcAft>
                <a:spcPts val="0"/>
              </a:spcAft>
              <a:buClr>
                <a:srgbClr val="434343"/>
              </a:buClr>
              <a:buSzPts val="1300"/>
              <a:buFont typeface="Inter"/>
              <a:buChar char="●"/>
            </a:pPr>
            <a:endParaRPr lang="en-US" sz="1300" dirty="0">
              <a:solidFill>
                <a:srgbClr val="434343"/>
              </a:solidFill>
              <a:latin typeface="Inter"/>
              <a:ea typeface="Inter"/>
              <a:cs typeface="Inter"/>
              <a:sym typeface="Inter"/>
            </a:endParaRPr>
          </a:p>
          <a:p>
            <a:pPr marL="457200" marR="0" lvl="0" indent="-311150" algn="l" rtl="0">
              <a:lnSpc>
                <a:spcPct val="115000"/>
              </a:lnSpc>
              <a:spcBef>
                <a:spcPts val="6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The IP Performance Measurement (IPPM) Working Group </a:t>
            </a:r>
            <a:r>
              <a:rPr lang="en-US" sz="1300" b="1" dirty="0">
                <a:solidFill>
                  <a:srgbClr val="434343"/>
                </a:solidFill>
                <a:latin typeface="Inter"/>
                <a:ea typeface="Inter"/>
                <a:cs typeface="Inter"/>
                <a:sym typeface="Inter"/>
              </a:rPr>
              <a:t>develops and maintains standard metrics that can be applied to the quality, performance, and reliability of Internet data delivery services and applications running over transport layer protocols (e.g. TCP, UDP) over IP. </a:t>
            </a:r>
            <a:r>
              <a:rPr lang="en-US" sz="1300" dirty="0">
                <a:solidFill>
                  <a:srgbClr val="434343"/>
                </a:solidFill>
                <a:latin typeface="Inter"/>
                <a:ea typeface="Inter"/>
                <a:cs typeface="Inter"/>
                <a:sym typeface="Inter"/>
              </a:rPr>
              <a:t>It also develops and maintains methodologies and protocols for the measurement of these metrics. These metrics, protocols, and methodologies are designed such that they can be used by network operators, end users, or independent testing groups. Metrics developed by the IPPM WG are intended to provide unbiased quantitative performance measurements.</a:t>
            </a:r>
          </a:p>
          <a:p>
            <a:pPr marL="457200" marR="0" lvl="0" indent="-311150" algn="l" rtl="0">
              <a:lnSpc>
                <a:spcPct val="115000"/>
              </a:lnSpc>
              <a:spcBef>
                <a:spcPts val="600"/>
              </a:spcBef>
              <a:spcAft>
                <a:spcPts val="0"/>
              </a:spcAft>
              <a:buClr>
                <a:srgbClr val="434343"/>
              </a:buClr>
              <a:buSzPts val="1300"/>
              <a:buFont typeface="Inter"/>
              <a:buChar char="●"/>
            </a:pPr>
            <a:r>
              <a:rPr lang="en-US" sz="1300" dirty="0">
                <a:solidFill>
                  <a:srgbClr val="434343"/>
                </a:solidFill>
                <a:latin typeface="Inter"/>
                <a:ea typeface="Inter"/>
                <a:cs typeface="Inter"/>
                <a:sym typeface="Inter"/>
              </a:rPr>
              <a:t>The IPPM WG works to foster commonality and comparability of metrics and measurements across IETF protocols at different layers. Its work is limited to metrics and methodologies which are applicable over transport-layer protocols over IP, and does not specify encapsulations required for measurements over non-IP layers.</a:t>
            </a:r>
          </a:p>
          <a:p>
            <a:pPr marL="146050" indent="0">
              <a:spcBef>
                <a:spcPts val="600"/>
              </a:spcBef>
              <a:buClr>
                <a:srgbClr val="434343"/>
              </a:buClr>
              <a:buSzPts val="1300"/>
              <a:buNone/>
            </a:pPr>
            <a:endParaRPr lang="en-US" sz="1300" b="1" dirty="0">
              <a:solidFill>
                <a:srgbClr val="434343"/>
              </a:solidFill>
              <a:latin typeface="Inter"/>
              <a:ea typeface="Inter"/>
              <a:cs typeface="Inter"/>
              <a:sym typeface="Inter"/>
            </a:endParaRPr>
          </a:p>
          <a:p>
            <a:pPr marL="146050" indent="0">
              <a:spcBef>
                <a:spcPts val="600"/>
              </a:spcBef>
              <a:buClr>
                <a:srgbClr val="434343"/>
              </a:buClr>
              <a:buSzPts val="1300"/>
              <a:buNone/>
            </a:pPr>
            <a:endParaRPr lang="en-US" sz="1300" b="1" dirty="0">
              <a:solidFill>
                <a:srgbClr val="434343"/>
              </a:solidFill>
              <a:latin typeface="Inter"/>
              <a:ea typeface="Inter"/>
              <a:cs typeface="Inter"/>
              <a:sym typeface="Inter"/>
            </a:endParaRPr>
          </a:p>
          <a:p>
            <a:pPr marL="146050" indent="0">
              <a:spcBef>
                <a:spcPts val="600"/>
              </a:spcBef>
              <a:buClr>
                <a:srgbClr val="434343"/>
              </a:buClr>
              <a:buSzPts val="1300"/>
              <a:buNone/>
            </a:pPr>
            <a:r>
              <a:rPr lang="en-US" sz="1300" b="1" dirty="0">
                <a:solidFill>
                  <a:srgbClr val="434343"/>
                </a:solidFill>
                <a:latin typeface="Inter"/>
                <a:ea typeface="Inter"/>
                <a:cs typeface="Inter"/>
                <a:sym typeface="Inter"/>
              </a:rPr>
              <a:t>Full Charter: </a:t>
            </a:r>
            <a:r>
              <a:rPr lang="en-US" sz="1300" dirty="0">
                <a:solidFill>
                  <a:srgbClr val="434343"/>
                </a:solidFill>
                <a:latin typeface="Inter"/>
                <a:ea typeface="Inter"/>
                <a:cs typeface="Inter"/>
                <a:sym typeface="Inter"/>
                <a:hlinkClick r:id="rId3"/>
              </a:rPr>
              <a:t>https://datatracker.ietf.org/group/ippm/about/</a:t>
            </a:r>
            <a:br>
              <a:rPr lang="en-US" sz="1300" dirty="0">
                <a:solidFill>
                  <a:srgbClr val="434343"/>
                </a:solidFill>
                <a:latin typeface="Inter"/>
                <a:ea typeface="Inter"/>
                <a:cs typeface="Inter"/>
                <a:sym typeface="Inter"/>
              </a:rPr>
            </a:br>
            <a:endParaRPr lang="en-US" sz="1300" dirty="0">
              <a:solidFill>
                <a:srgbClr val="434343"/>
              </a:solidFill>
              <a:latin typeface="Inter"/>
              <a:ea typeface="Inter"/>
              <a:cs typeface="Inter"/>
              <a:sym typeface="Inter"/>
            </a:endParaRPr>
          </a:p>
          <a:p>
            <a:pPr marL="457200" marR="0" lvl="0" indent="-311150" algn="l" rtl="0">
              <a:lnSpc>
                <a:spcPct val="115000"/>
              </a:lnSpc>
              <a:spcBef>
                <a:spcPts val="600"/>
              </a:spcBef>
              <a:spcAft>
                <a:spcPts val="0"/>
              </a:spcAft>
              <a:buClr>
                <a:srgbClr val="434343"/>
              </a:buClr>
              <a:buSzPts val="1300"/>
              <a:buFont typeface="Inter"/>
              <a:buChar char="●"/>
            </a:pPr>
            <a:endParaRPr lang="en-US" sz="1300" dirty="0">
              <a:solidFill>
                <a:srgbClr val="434343"/>
              </a:solidFill>
              <a:latin typeface="Inter"/>
              <a:ea typeface="Inter"/>
              <a:cs typeface="Inter"/>
              <a:sym typeface="Inter"/>
            </a:endParaRPr>
          </a:p>
        </p:txBody>
      </p:sp>
    </p:spTree>
    <p:extLst>
      <p:ext uri="{BB962C8B-B14F-4D97-AF65-F5344CB8AC3E}">
        <p14:creationId xmlns:p14="http://schemas.microsoft.com/office/powerpoint/2010/main" val="1383312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15DC-F076-98D2-1BDF-BC01FEC9047B}"/>
              </a:ext>
            </a:extLst>
          </p:cNvPr>
          <p:cNvSpPr>
            <a:spLocks noGrp="1"/>
          </p:cNvSpPr>
          <p:nvPr>
            <p:ph type="title"/>
          </p:nvPr>
        </p:nvSpPr>
        <p:spPr/>
        <p:txBody>
          <a:bodyPr anchor="ctr"/>
          <a:lstStyle/>
          <a:p>
            <a:r>
              <a:rPr lang="en-US" dirty="0"/>
              <a:t>Notetaker</a:t>
            </a:r>
          </a:p>
        </p:txBody>
      </p:sp>
      <p:sp>
        <p:nvSpPr>
          <p:cNvPr id="3" name="Text Placeholder 2">
            <a:extLst>
              <a:ext uri="{FF2B5EF4-FFF2-40B4-BE49-F238E27FC236}">
                <a16:creationId xmlns:a16="http://schemas.microsoft.com/office/drawing/2014/main" id="{DA4A6F5D-9442-B583-BAB9-5A102B90EC22}"/>
              </a:ext>
            </a:extLst>
          </p:cNvPr>
          <p:cNvSpPr>
            <a:spLocks noGrp="1"/>
          </p:cNvSpPr>
          <p:nvPr>
            <p:ph type="body" idx="1"/>
          </p:nvPr>
        </p:nvSpPr>
        <p:spPr/>
        <p:txBody>
          <a:bodyPr/>
          <a:lstStyle/>
          <a:p>
            <a:r>
              <a:rPr lang="en-US" dirty="0"/>
              <a:t>We need a volunteer for notetaking.</a:t>
            </a:r>
          </a:p>
          <a:p>
            <a:r>
              <a:rPr lang="en-US" dirty="0">
                <a:hlinkClick r:id="rId3"/>
              </a:rPr>
              <a:t>https://notes.ietf.org/notes-ietf-124-bmwg-ippm </a:t>
            </a:r>
            <a:endParaRPr lang="en-US" dirty="0"/>
          </a:p>
        </p:txBody>
      </p:sp>
      <p:sp>
        <p:nvSpPr>
          <p:cNvPr id="4" name="Slide Number Placeholder 3">
            <a:extLst>
              <a:ext uri="{FF2B5EF4-FFF2-40B4-BE49-F238E27FC236}">
                <a16:creationId xmlns:a16="http://schemas.microsoft.com/office/drawing/2014/main" id="{D216BDC7-4DE9-D9D5-0725-BBEF6CFE8DF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dirty="0"/>
          </a:p>
        </p:txBody>
      </p:sp>
    </p:spTree>
    <p:extLst>
      <p:ext uri="{BB962C8B-B14F-4D97-AF65-F5344CB8AC3E}">
        <p14:creationId xmlns:p14="http://schemas.microsoft.com/office/powerpoint/2010/main" val="3471097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15DC-F076-98D2-1BDF-BC01FEC9047B}"/>
              </a:ext>
            </a:extLst>
          </p:cNvPr>
          <p:cNvSpPr>
            <a:spLocks noGrp="1"/>
          </p:cNvSpPr>
          <p:nvPr>
            <p:ph type="title"/>
          </p:nvPr>
        </p:nvSpPr>
        <p:spPr/>
        <p:txBody>
          <a:bodyPr anchor="ctr"/>
          <a:lstStyle/>
          <a:p>
            <a:r>
              <a:rPr lang="en-US" dirty="0"/>
              <a:t>Agenda – Working Group Documents</a:t>
            </a:r>
          </a:p>
        </p:txBody>
      </p:sp>
      <p:sp>
        <p:nvSpPr>
          <p:cNvPr id="4" name="Slide Number Placeholder 3">
            <a:extLst>
              <a:ext uri="{FF2B5EF4-FFF2-40B4-BE49-F238E27FC236}">
                <a16:creationId xmlns:a16="http://schemas.microsoft.com/office/drawing/2014/main" id="{D216BDC7-4DE9-D9D5-0725-BBEF6CFE8DF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dirty="0"/>
          </a:p>
        </p:txBody>
      </p:sp>
      <p:pic>
        <p:nvPicPr>
          <p:cNvPr id="5" name="Picture 4">
            <a:extLst>
              <a:ext uri="{FF2B5EF4-FFF2-40B4-BE49-F238E27FC236}">
                <a16:creationId xmlns:a16="http://schemas.microsoft.com/office/drawing/2014/main" id="{C77538C2-7C9A-3216-1AE2-BF708EE8B9D4}"/>
              </a:ext>
            </a:extLst>
          </p:cNvPr>
          <p:cNvPicPr>
            <a:picLocks noChangeAspect="1"/>
          </p:cNvPicPr>
          <p:nvPr/>
        </p:nvPicPr>
        <p:blipFill>
          <a:blip r:embed="rId2"/>
          <a:stretch>
            <a:fillRect/>
          </a:stretch>
        </p:blipFill>
        <p:spPr>
          <a:xfrm>
            <a:off x="471900" y="1821097"/>
            <a:ext cx="7344800" cy="3238952"/>
          </a:xfrm>
          <a:prstGeom prst="rect">
            <a:avLst/>
          </a:prstGeom>
        </p:spPr>
      </p:pic>
    </p:spTree>
    <p:extLst>
      <p:ext uri="{BB962C8B-B14F-4D97-AF65-F5344CB8AC3E}">
        <p14:creationId xmlns:p14="http://schemas.microsoft.com/office/powerpoint/2010/main" val="23327481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15DC-F076-98D2-1BDF-BC01FEC9047B}"/>
              </a:ext>
            </a:extLst>
          </p:cNvPr>
          <p:cNvSpPr>
            <a:spLocks noGrp="1"/>
          </p:cNvSpPr>
          <p:nvPr>
            <p:ph type="title"/>
          </p:nvPr>
        </p:nvSpPr>
        <p:spPr/>
        <p:txBody>
          <a:bodyPr anchor="ctr"/>
          <a:lstStyle/>
          <a:p>
            <a:r>
              <a:rPr lang="en-US" dirty="0"/>
              <a:t>Agenda – Proposed Work</a:t>
            </a:r>
          </a:p>
        </p:txBody>
      </p:sp>
      <p:sp>
        <p:nvSpPr>
          <p:cNvPr id="4" name="Slide Number Placeholder 3">
            <a:extLst>
              <a:ext uri="{FF2B5EF4-FFF2-40B4-BE49-F238E27FC236}">
                <a16:creationId xmlns:a16="http://schemas.microsoft.com/office/drawing/2014/main" id="{D216BDC7-4DE9-D9D5-0725-BBEF6CFE8DF1}"/>
              </a:ext>
            </a:extLst>
          </p:cNvPr>
          <p:cNvSpPr>
            <a:spLocks noGrp="1"/>
          </p:cNvSpPr>
          <p:nvPr>
            <p:ph type="sldNum" idx="12"/>
          </p:nvPr>
        </p:nvSpPr>
        <p:spPr>
          <a:xfrm>
            <a:off x="8694000" y="4724798"/>
            <a:ext cx="378241" cy="335251"/>
          </a:xfrm>
        </p:spPr>
        <p:txBody>
          <a:bodyPr/>
          <a:lstStyle/>
          <a:p>
            <a:pPr marL="0" lvl="0" indent="0" algn="r" rtl="0">
              <a:spcBef>
                <a:spcPts val="0"/>
              </a:spcBef>
              <a:spcAft>
                <a:spcPts val="0"/>
              </a:spcAft>
              <a:buNone/>
            </a:pPr>
            <a:fld id="{00000000-1234-1234-1234-123412341234}" type="slidenum">
              <a:rPr lang="en-US" smtClean="0"/>
              <a:t>10</a:t>
            </a:fld>
            <a:endParaRPr lang="en-US" dirty="0"/>
          </a:p>
        </p:txBody>
      </p:sp>
      <p:pic>
        <p:nvPicPr>
          <p:cNvPr id="8" name="Picture 7">
            <a:extLst>
              <a:ext uri="{FF2B5EF4-FFF2-40B4-BE49-F238E27FC236}">
                <a16:creationId xmlns:a16="http://schemas.microsoft.com/office/drawing/2014/main" id="{89CAAE8C-AD6B-C359-A366-CE2EAD39C893}"/>
              </a:ext>
            </a:extLst>
          </p:cNvPr>
          <p:cNvPicPr>
            <a:picLocks noChangeAspect="1"/>
          </p:cNvPicPr>
          <p:nvPr/>
        </p:nvPicPr>
        <p:blipFill>
          <a:blip r:embed="rId3"/>
          <a:stretch>
            <a:fillRect/>
          </a:stretch>
        </p:blipFill>
        <p:spPr>
          <a:xfrm>
            <a:off x="541926" y="2131915"/>
            <a:ext cx="7325747" cy="1505160"/>
          </a:xfrm>
          <a:prstGeom prst="rect">
            <a:avLst/>
          </a:prstGeom>
        </p:spPr>
      </p:pic>
    </p:spTree>
    <p:extLst>
      <p:ext uri="{BB962C8B-B14F-4D97-AF65-F5344CB8AC3E}">
        <p14:creationId xmlns:p14="http://schemas.microsoft.com/office/powerpoint/2010/main" val="703495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15DC-F076-98D2-1BDF-BC01FEC9047B}"/>
              </a:ext>
            </a:extLst>
          </p:cNvPr>
          <p:cNvSpPr>
            <a:spLocks noGrp="1"/>
          </p:cNvSpPr>
          <p:nvPr>
            <p:ph type="title"/>
          </p:nvPr>
        </p:nvSpPr>
        <p:spPr/>
        <p:txBody>
          <a:bodyPr anchor="ctr"/>
          <a:lstStyle/>
          <a:p>
            <a:r>
              <a:rPr lang="de-CH" dirty="0"/>
              <a:t>Joint </a:t>
            </a:r>
            <a:r>
              <a:rPr lang="de-CH" dirty="0" err="1"/>
              <a:t>Chartering</a:t>
            </a:r>
            <a:r>
              <a:rPr lang="de-CH" dirty="0"/>
              <a:t> Discussion</a:t>
            </a:r>
            <a:endParaRPr lang="en-US" dirty="0"/>
          </a:p>
        </p:txBody>
      </p:sp>
      <p:sp>
        <p:nvSpPr>
          <p:cNvPr id="4" name="Slide Number Placeholder 3">
            <a:extLst>
              <a:ext uri="{FF2B5EF4-FFF2-40B4-BE49-F238E27FC236}">
                <a16:creationId xmlns:a16="http://schemas.microsoft.com/office/drawing/2014/main" id="{D216BDC7-4DE9-D9D5-0725-BBEF6CFE8DF1}"/>
              </a:ext>
            </a:extLst>
          </p:cNvPr>
          <p:cNvSpPr>
            <a:spLocks noGrp="1"/>
          </p:cNvSpPr>
          <p:nvPr>
            <p:ph type="sldNum" idx="12"/>
          </p:nvPr>
        </p:nvSpPr>
        <p:spPr>
          <a:xfrm>
            <a:off x="8640000" y="4724798"/>
            <a:ext cx="432241" cy="335251"/>
          </a:xfrm>
        </p:spPr>
        <p:txBody>
          <a:bodyPr/>
          <a:lstStyle/>
          <a:p>
            <a:pPr marL="0" lvl="0" indent="0" algn="r" rtl="0">
              <a:spcBef>
                <a:spcPts val="0"/>
              </a:spcBef>
              <a:spcAft>
                <a:spcPts val="0"/>
              </a:spcAft>
              <a:buNone/>
            </a:pPr>
            <a:fld id="{00000000-1234-1234-1234-123412341234}" type="slidenum">
              <a:rPr lang="en-US" smtClean="0"/>
              <a:t>11</a:t>
            </a:fld>
            <a:endParaRPr lang="en-US" dirty="0"/>
          </a:p>
        </p:txBody>
      </p:sp>
      <p:pic>
        <p:nvPicPr>
          <p:cNvPr id="5" name="Picture 4">
            <a:extLst>
              <a:ext uri="{FF2B5EF4-FFF2-40B4-BE49-F238E27FC236}">
                <a16:creationId xmlns:a16="http://schemas.microsoft.com/office/drawing/2014/main" id="{45D31BC4-5700-0D94-0AC5-B7C45E3F062E}"/>
              </a:ext>
            </a:extLst>
          </p:cNvPr>
          <p:cNvPicPr>
            <a:picLocks noChangeAspect="1"/>
          </p:cNvPicPr>
          <p:nvPr/>
        </p:nvPicPr>
        <p:blipFill>
          <a:blip r:embed="rId3"/>
          <a:stretch>
            <a:fillRect/>
          </a:stretch>
        </p:blipFill>
        <p:spPr>
          <a:xfrm>
            <a:off x="524979" y="2147828"/>
            <a:ext cx="7287642" cy="847843"/>
          </a:xfrm>
          <a:prstGeom prst="rect">
            <a:avLst/>
          </a:prstGeom>
        </p:spPr>
      </p:pic>
    </p:spTree>
    <p:extLst>
      <p:ext uri="{BB962C8B-B14F-4D97-AF65-F5344CB8AC3E}">
        <p14:creationId xmlns:p14="http://schemas.microsoft.com/office/powerpoint/2010/main" val="18590128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15DC-F076-98D2-1BDF-BC01FEC9047B}"/>
              </a:ext>
            </a:extLst>
          </p:cNvPr>
          <p:cNvSpPr>
            <a:spLocks noGrp="1"/>
          </p:cNvSpPr>
          <p:nvPr>
            <p:ph type="title"/>
          </p:nvPr>
        </p:nvSpPr>
        <p:spPr>
          <a:xfrm>
            <a:off x="471899" y="218223"/>
            <a:ext cx="8395009" cy="1288203"/>
          </a:xfrm>
        </p:spPr>
        <p:txBody>
          <a:bodyPr anchor="ctr"/>
          <a:lstStyle/>
          <a:p>
            <a:r>
              <a:rPr lang="en-US" sz="3200" dirty="0"/>
              <a:t>BMWG Document Updates Since IETF 123</a:t>
            </a:r>
          </a:p>
        </p:txBody>
      </p:sp>
      <p:sp>
        <p:nvSpPr>
          <p:cNvPr id="4" name="Slide Number Placeholder 3">
            <a:extLst>
              <a:ext uri="{FF2B5EF4-FFF2-40B4-BE49-F238E27FC236}">
                <a16:creationId xmlns:a16="http://schemas.microsoft.com/office/drawing/2014/main" id="{D216BDC7-4DE9-D9D5-0725-BBEF6CFE8DF1}"/>
              </a:ext>
            </a:extLst>
          </p:cNvPr>
          <p:cNvSpPr>
            <a:spLocks noGrp="1"/>
          </p:cNvSpPr>
          <p:nvPr>
            <p:ph type="sldNum" idx="12"/>
          </p:nvPr>
        </p:nvSpPr>
        <p:spPr>
          <a:xfrm>
            <a:off x="8694000" y="4724798"/>
            <a:ext cx="378241" cy="335251"/>
          </a:xfrm>
        </p:spPr>
        <p:txBody>
          <a:bodyPr/>
          <a:lstStyle/>
          <a:p>
            <a:pPr marL="0" lvl="0" indent="0" algn="r" rtl="0">
              <a:spcBef>
                <a:spcPts val="0"/>
              </a:spcBef>
              <a:spcAft>
                <a:spcPts val="0"/>
              </a:spcAft>
              <a:buNone/>
            </a:pPr>
            <a:fld id="{00000000-1234-1234-1234-123412341234}" type="slidenum">
              <a:rPr lang="en-US" smtClean="0"/>
              <a:t>12</a:t>
            </a:fld>
            <a:endParaRPr lang="en-US" dirty="0"/>
          </a:p>
        </p:txBody>
      </p:sp>
      <p:sp>
        <p:nvSpPr>
          <p:cNvPr id="3" name="Text Placeholder 2">
            <a:extLst>
              <a:ext uri="{FF2B5EF4-FFF2-40B4-BE49-F238E27FC236}">
                <a16:creationId xmlns:a16="http://schemas.microsoft.com/office/drawing/2014/main" id="{FED4E835-D652-159B-D0CD-7FC58A509645}"/>
              </a:ext>
            </a:extLst>
          </p:cNvPr>
          <p:cNvSpPr>
            <a:spLocks noGrp="1"/>
          </p:cNvSpPr>
          <p:nvPr>
            <p:ph type="body" idx="1"/>
          </p:nvPr>
        </p:nvSpPr>
        <p:spPr>
          <a:xfrm>
            <a:off x="471900" y="1919074"/>
            <a:ext cx="8222100" cy="2710201"/>
          </a:xfrm>
        </p:spPr>
        <p:txBody>
          <a:bodyPr/>
          <a:lstStyle/>
          <a:p>
            <a:r>
              <a:rPr lang="de-CH" sz="1400" b="1" dirty="0">
                <a:hlinkClick r:id="rId3"/>
              </a:rPr>
              <a:t>draft-ietf-bmwg-mlrsearch</a:t>
            </a:r>
            <a:r>
              <a:rPr lang="de-CH" sz="1400" b="1" dirty="0"/>
              <a:t> </a:t>
            </a:r>
            <a:r>
              <a:rPr lang="en-US" sz="1400" dirty="0"/>
              <a:t>submitted to IESG for publication</a:t>
            </a:r>
          </a:p>
          <a:p>
            <a:pPr lvl="1"/>
            <a:r>
              <a:rPr lang="de-CH" sz="1200" dirty="0"/>
              <a:t>Revised I-D Needed</a:t>
            </a:r>
          </a:p>
          <a:p>
            <a:r>
              <a:rPr lang="de-CH" sz="1400" b="1" dirty="0">
                <a:hlinkClick r:id="rId4"/>
              </a:rPr>
              <a:t>draft-ietf-bmwg-network-tester-cfg</a:t>
            </a:r>
            <a:r>
              <a:rPr lang="de-CH" sz="1400" dirty="0"/>
              <a:t> passed WGLC</a:t>
            </a:r>
          </a:p>
          <a:p>
            <a:pPr lvl="1"/>
            <a:r>
              <a:rPr lang="de-CH" sz="1200" dirty="0"/>
              <a:t>Cross-posting to NMOP and OPSAWG</a:t>
            </a:r>
          </a:p>
          <a:p>
            <a:pPr lvl="1"/>
            <a:r>
              <a:rPr lang="de-CH" sz="1200" dirty="0"/>
              <a:t>New revision in preparation to address the Yangdoctors review</a:t>
            </a:r>
          </a:p>
          <a:p>
            <a:r>
              <a:rPr lang="de-CH" sz="1400" b="1" dirty="0">
                <a:hlinkClick r:id="rId5"/>
              </a:rPr>
              <a:t>draft-ietf-bmwg-sr-bench-meth</a:t>
            </a:r>
            <a:r>
              <a:rPr lang="de-CH" sz="1400" b="1" dirty="0"/>
              <a:t> </a:t>
            </a:r>
            <a:r>
              <a:rPr lang="de-CH" sz="1400" dirty="0"/>
              <a:t>preparing for the WGLC</a:t>
            </a:r>
          </a:p>
          <a:p>
            <a:r>
              <a:rPr lang="de-CH" sz="1400" b="1" dirty="0">
                <a:hlinkClick r:id="rId6"/>
              </a:rPr>
              <a:t>draft-cprjgf-bmwg-powerbench</a:t>
            </a:r>
            <a:r>
              <a:rPr lang="de-CH" sz="1400" b="1" dirty="0"/>
              <a:t> </a:t>
            </a:r>
            <a:r>
              <a:rPr lang="de-CH" sz="1400" dirty="0"/>
              <a:t>in adoption call</a:t>
            </a:r>
          </a:p>
          <a:p>
            <a:r>
              <a:rPr lang="de-CH" sz="1400" dirty="0"/>
              <a:t>To resume the discussion for revisiting BMWG RFCs in order to update RFC 2544</a:t>
            </a:r>
          </a:p>
          <a:p>
            <a:r>
              <a:rPr lang="en-US" sz="1400" dirty="0"/>
              <a:t>Expired WG documents (more than 10 years old) to be moved to Dead state if there is no further interest</a:t>
            </a:r>
          </a:p>
        </p:txBody>
      </p:sp>
    </p:spTree>
    <p:extLst>
      <p:ext uri="{BB962C8B-B14F-4D97-AF65-F5344CB8AC3E}">
        <p14:creationId xmlns:p14="http://schemas.microsoft.com/office/powerpoint/2010/main" val="13727423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E15DC-F076-98D2-1BDF-BC01FEC9047B}"/>
              </a:ext>
            </a:extLst>
          </p:cNvPr>
          <p:cNvSpPr>
            <a:spLocks noGrp="1"/>
          </p:cNvSpPr>
          <p:nvPr>
            <p:ph type="title"/>
          </p:nvPr>
        </p:nvSpPr>
        <p:spPr/>
        <p:txBody>
          <a:bodyPr anchor="ctr"/>
          <a:lstStyle/>
          <a:p>
            <a:r>
              <a:rPr lang="en-US" sz="3200" dirty="0"/>
              <a:t>IPPM Document Updates Since IETF 123</a:t>
            </a:r>
          </a:p>
        </p:txBody>
      </p:sp>
      <p:sp>
        <p:nvSpPr>
          <p:cNvPr id="4" name="Slide Number Placeholder 3">
            <a:extLst>
              <a:ext uri="{FF2B5EF4-FFF2-40B4-BE49-F238E27FC236}">
                <a16:creationId xmlns:a16="http://schemas.microsoft.com/office/drawing/2014/main" id="{D216BDC7-4DE9-D9D5-0725-BBEF6CFE8DF1}"/>
              </a:ext>
            </a:extLst>
          </p:cNvPr>
          <p:cNvSpPr>
            <a:spLocks noGrp="1"/>
          </p:cNvSpPr>
          <p:nvPr>
            <p:ph type="sldNum" idx="12"/>
          </p:nvPr>
        </p:nvSpPr>
        <p:spPr>
          <a:xfrm>
            <a:off x="8694000" y="4724798"/>
            <a:ext cx="378241" cy="335251"/>
          </a:xfrm>
        </p:spPr>
        <p:txBody>
          <a:bodyPr/>
          <a:lstStyle/>
          <a:p>
            <a:pPr marL="0" lvl="0" indent="0" algn="r" rtl="0">
              <a:spcBef>
                <a:spcPts val="0"/>
              </a:spcBef>
              <a:spcAft>
                <a:spcPts val="0"/>
              </a:spcAft>
              <a:buNone/>
            </a:pPr>
            <a:fld id="{00000000-1234-1234-1234-123412341234}" type="slidenum">
              <a:rPr lang="en-US" smtClean="0"/>
              <a:t>13</a:t>
            </a:fld>
            <a:endParaRPr lang="en-US" dirty="0"/>
          </a:p>
        </p:txBody>
      </p:sp>
      <p:sp>
        <p:nvSpPr>
          <p:cNvPr id="3" name="Text Placeholder 2">
            <a:extLst>
              <a:ext uri="{FF2B5EF4-FFF2-40B4-BE49-F238E27FC236}">
                <a16:creationId xmlns:a16="http://schemas.microsoft.com/office/drawing/2014/main" id="{FED4E835-D652-159B-D0CD-7FC58A509645}"/>
              </a:ext>
            </a:extLst>
          </p:cNvPr>
          <p:cNvSpPr>
            <a:spLocks noGrp="1"/>
          </p:cNvSpPr>
          <p:nvPr>
            <p:ph type="body" idx="1"/>
          </p:nvPr>
        </p:nvSpPr>
        <p:spPr>
          <a:xfrm>
            <a:off x="471899" y="1919074"/>
            <a:ext cx="8505845" cy="2710201"/>
          </a:xfrm>
        </p:spPr>
        <p:txBody>
          <a:bodyPr/>
          <a:lstStyle/>
          <a:p>
            <a:pPr>
              <a:spcBef>
                <a:spcPts val="1200"/>
              </a:spcBef>
            </a:pPr>
            <a:r>
              <a:rPr lang="en-US" sz="1500" b="1" dirty="0">
                <a:hlinkClick r:id="rId3"/>
              </a:rPr>
              <a:t>draft-</a:t>
            </a:r>
            <a:r>
              <a:rPr lang="en-US" sz="1500" b="1" dirty="0" err="1">
                <a:hlinkClick r:id="rId3"/>
              </a:rPr>
              <a:t>ietf</a:t>
            </a:r>
            <a:r>
              <a:rPr lang="en-US" sz="1500" b="1" dirty="0">
                <a:hlinkClick r:id="rId3"/>
              </a:rPr>
              <a:t>-ippm-capacity-protocol</a:t>
            </a:r>
            <a:r>
              <a:rPr lang="en-US" sz="1500" b="1" dirty="0"/>
              <a:t>, </a:t>
            </a:r>
            <a:r>
              <a:rPr lang="en-US" sz="1500" dirty="0"/>
              <a:t>security related challenges during IESG review process has been resolved and is now approved by IESG.</a:t>
            </a:r>
          </a:p>
          <a:p>
            <a:pPr>
              <a:spcBef>
                <a:spcPts val="1200"/>
              </a:spcBef>
            </a:pPr>
            <a:r>
              <a:rPr lang="en-US" sz="1500" b="1" dirty="0">
                <a:hlinkClick r:id="rId4"/>
              </a:rPr>
              <a:t>draft-</a:t>
            </a:r>
            <a:r>
              <a:rPr lang="en-US" sz="1500" b="1" dirty="0" err="1">
                <a:hlinkClick r:id="rId4"/>
              </a:rPr>
              <a:t>ietf</a:t>
            </a:r>
            <a:r>
              <a:rPr lang="en-US" sz="1500" b="1" dirty="0">
                <a:hlinkClick r:id="rId4"/>
              </a:rPr>
              <a:t>-ippm-asymmetrical-pkts</a:t>
            </a:r>
            <a:r>
              <a:rPr lang="en-US" sz="1500" b="1" dirty="0"/>
              <a:t> </a:t>
            </a:r>
            <a:r>
              <a:rPr lang="en-US" sz="1500" dirty="0"/>
              <a:t>and</a:t>
            </a:r>
            <a:r>
              <a:rPr lang="en-US" sz="1500" b="1" dirty="0"/>
              <a:t> </a:t>
            </a:r>
            <a:r>
              <a:rPr lang="en-US" sz="1500" b="1" dirty="0">
                <a:hlinkClick r:id="rId5"/>
              </a:rPr>
              <a:t>draft-</a:t>
            </a:r>
            <a:r>
              <a:rPr lang="en-US" sz="1500" b="1" dirty="0" err="1">
                <a:hlinkClick r:id="rId5"/>
              </a:rPr>
              <a:t>ietf</a:t>
            </a:r>
            <a:r>
              <a:rPr lang="en-US" sz="1500" b="1" dirty="0">
                <a:hlinkClick r:id="rId5"/>
              </a:rPr>
              <a:t>-ippm-hybrid-two-step</a:t>
            </a:r>
            <a:r>
              <a:rPr lang="en-US" sz="1500" b="1" dirty="0"/>
              <a:t> </a:t>
            </a:r>
            <a:r>
              <a:rPr lang="en-US" sz="1500" dirty="0"/>
              <a:t>has been passed on to IESG. </a:t>
            </a:r>
            <a:r>
              <a:rPr lang="en-US" sz="1500" b="1" dirty="0">
                <a:hlinkClick r:id="rId5"/>
              </a:rPr>
              <a:t>draft-</a:t>
            </a:r>
            <a:r>
              <a:rPr lang="en-US" sz="1500" b="1" dirty="0" err="1">
                <a:hlinkClick r:id="rId5"/>
              </a:rPr>
              <a:t>ietf</a:t>
            </a:r>
            <a:r>
              <a:rPr lang="en-US" sz="1500" b="1" dirty="0">
                <a:hlinkClick r:id="rId5"/>
              </a:rPr>
              <a:t>-ippm-hybrid-two-step</a:t>
            </a:r>
            <a:r>
              <a:rPr lang="en-US" sz="1500" b="1" dirty="0"/>
              <a:t> </a:t>
            </a:r>
            <a:r>
              <a:rPr lang="en-US" sz="1500" dirty="0"/>
              <a:t>received OPS AD review.</a:t>
            </a:r>
          </a:p>
          <a:p>
            <a:pPr>
              <a:spcBef>
                <a:spcPts val="1200"/>
              </a:spcBef>
            </a:pPr>
            <a:r>
              <a:rPr lang="en-US" sz="1500" b="1" dirty="0">
                <a:hlinkClick r:id="rId6"/>
              </a:rPr>
              <a:t>draft-</a:t>
            </a:r>
            <a:r>
              <a:rPr lang="en-US" sz="1500" b="1" dirty="0" err="1">
                <a:hlinkClick r:id="rId6"/>
              </a:rPr>
              <a:t>ietf</a:t>
            </a:r>
            <a:r>
              <a:rPr lang="en-US" sz="1500" b="1" dirty="0">
                <a:hlinkClick r:id="rId6"/>
              </a:rPr>
              <a:t>-ippm-</a:t>
            </a:r>
            <a:r>
              <a:rPr lang="en-US" sz="1500" b="1" dirty="0" err="1">
                <a:hlinkClick r:id="rId6"/>
              </a:rPr>
              <a:t>qoo</a:t>
            </a:r>
            <a:r>
              <a:rPr lang="en-US" sz="1500" b="1" dirty="0"/>
              <a:t> </a:t>
            </a:r>
            <a:r>
              <a:rPr lang="en-US" sz="1500" dirty="0"/>
              <a:t>passed working group last call. Shepherd review pending.</a:t>
            </a:r>
          </a:p>
          <a:p>
            <a:pPr>
              <a:spcBef>
                <a:spcPts val="1200"/>
              </a:spcBef>
            </a:pPr>
            <a:r>
              <a:rPr lang="en-US" sz="1500" b="1" dirty="0">
                <a:hlinkClick r:id="rId7"/>
              </a:rPr>
              <a:t>draft-</a:t>
            </a:r>
            <a:r>
              <a:rPr lang="en-US" sz="1500" b="1" dirty="0" err="1">
                <a:hlinkClick r:id="rId7"/>
              </a:rPr>
              <a:t>ietf</a:t>
            </a:r>
            <a:r>
              <a:rPr lang="en-US" sz="1500" b="1" dirty="0">
                <a:hlinkClick r:id="rId7"/>
              </a:rPr>
              <a:t>-ippm-on-path-active-measurements</a:t>
            </a:r>
            <a:r>
              <a:rPr lang="en-US" sz="1500" b="1" dirty="0"/>
              <a:t> </a:t>
            </a:r>
            <a:r>
              <a:rPr lang="en-US" sz="1500" dirty="0"/>
              <a:t>passed working group adoption call and for </a:t>
            </a:r>
            <a:r>
              <a:rPr lang="en-US" sz="1500" b="1" dirty="0">
                <a:hlinkClick r:id="rId8"/>
              </a:rPr>
              <a:t>draft-</a:t>
            </a:r>
            <a:r>
              <a:rPr lang="en-US" sz="1500" b="1" dirty="0" err="1">
                <a:hlinkClick r:id="rId8"/>
              </a:rPr>
              <a:t>iuzh</a:t>
            </a:r>
            <a:r>
              <a:rPr lang="en-US" sz="1500" b="1" dirty="0">
                <a:hlinkClick r:id="rId8"/>
              </a:rPr>
              <a:t>-ippm-</a:t>
            </a:r>
            <a:r>
              <a:rPr lang="en-US" sz="1500" b="1" dirty="0" err="1">
                <a:hlinkClick r:id="rId8"/>
              </a:rPr>
              <a:t>ioam</a:t>
            </a:r>
            <a:r>
              <a:rPr lang="en-US" sz="1500" b="1" dirty="0">
                <a:hlinkClick r:id="rId8"/>
              </a:rPr>
              <a:t>-integrity-yang</a:t>
            </a:r>
            <a:r>
              <a:rPr lang="en-US" sz="1500" b="1" dirty="0"/>
              <a:t> </a:t>
            </a:r>
            <a:r>
              <a:rPr lang="en-US" sz="1500" dirty="0"/>
              <a:t>an adoption call is currently running.</a:t>
            </a:r>
            <a:endParaRPr lang="en-US" dirty="0"/>
          </a:p>
        </p:txBody>
      </p:sp>
    </p:spTree>
    <p:extLst>
      <p:ext uri="{BB962C8B-B14F-4D97-AF65-F5344CB8AC3E}">
        <p14:creationId xmlns:p14="http://schemas.microsoft.com/office/powerpoint/2010/main" val="21284972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Shape 127"/>
        <p:cNvGrpSpPr/>
        <p:nvPr/>
      </p:nvGrpSpPr>
      <p:grpSpPr>
        <a:xfrm>
          <a:off x="0" y="0"/>
          <a:ext cx="0" cy="0"/>
          <a:chOff x="0" y="0"/>
          <a:chExt cx="0" cy="0"/>
        </a:xfrm>
      </p:grpSpPr>
      <p:sp>
        <p:nvSpPr>
          <p:cNvPr id="128" name="Google Shape;128;p23"/>
          <p:cNvSpPr txBox="1">
            <a:spLocks noGrp="1"/>
          </p:cNvSpPr>
          <p:nvPr>
            <p:ph type="title"/>
          </p:nvPr>
        </p:nvSpPr>
        <p:spPr>
          <a:xfrm>
            <a:off x="471900" y="218223"/>
            <a:ext cx="8222100" cy="1288200"/>
          </a:xfrm>
          <a:prstGeom prst="rect">
            <a:avLst/>
          </a:prstGeom>
          <a:noFill/>
          <a:ln>
            <a:noFill/>
          </a:ln>
        </p:spPr>
        <p:txBody>
          <a:bodyPr spcFirstLastPara="1" wrap="square" lIns="91400" tIns="91400" rIns="91400" bIns="91400" anchor="b" anchorCtr="0">
            <a:noAutofit/>
          </a:bodyPr>
          <a:lstStyle/>
          <a:p>
            <a:pPr marL="0" marR="0" lvl="0" indent="0" algn="l" rtl="0">
              <a:lnSpc>
                <a:spcPct val="100000"/>
              </a:lnSpc>
              <a:spcBef>
                <a:spcPts val="0"/>
              </a:spcBef>
              <a:spcAft>
                <a:spcPts val="0"/>
              </a:spcAft>
              <a:buClr>
                <a:srgbClr val="FFFFFF"/>
              </a:buClr>
              <a:buSzPts val="3600"/>
              <a:buFont typeface="Open Sans"/>
              <a:buNone/>
            </a:pPr>
            <a:r>
              <a:rPr lang="en-US" dirty="0"/>
              <a:t>Resources for </a:t>
            </a:r>
            <a:r>
              <a:rPr lang="en-US" sz="3600" b="0" i="0" u="none" strike="noStrike" cap="none" dirty="0">
                <a:solidFill>
                  <a:srgbClr val="FFFFFF"/>
                </a:solidFill>
                <a:latin typeface="Open Sans"/>
                <a:ea typeface="Open Sans"/>
                <a:cs typeface="Open Sans"/>
                <a:sym typeface="Open Sans"/>
              </a:rPr>
              <a:t>IETF </a:t>
            </a:r>
            <a:r>
              <a:rPr lang="en-US" dirty="0"/>
              <a:t>124 </a:t>
            </a:r>
            <a:r>
              <a:rPr lang="de-CH" dirty="0"/>
              <a:t>Montreal</a:t>
            </a:r>
            <a:endParaRPr dirty="0"/>
          </a:p>
          <a:p>
            <a:pPr marL="0" marR="0" lvl="0" indent="0" algn="l" rtl="0">
              <a:lnSpc>
                <a:spcPct val="100000"/>
              </a:lnSpc>
              <a:spcBef>
                <a:spcPts val="0"/>
              </a:spcBef>
              <a:spcAft>
                <a:spcPts val="0"/>
              </a:spcAft>
              <a:buClr>
                <a:srgbClr val="FFFFFF"/>
              </a:buClr>
              <a:buSzPts val="3600"/>
              <a:buFont typeface="Open Sans"/>
              <a:buNone/>
            </a:pPr>
            <a:endParaRPr sz="2400" dirty="0">
              <a:solidFill>
                <a:srgbClr val="FFFFFF"/>
              </a:solidFill>
            </a:endParaRPr>
          </a:p>
        </p:txBody>
      </p:sp>
      <p:sp>
        <p:nvSpPr>
          <p:cNvPr id="129" name="Google Shape;129;p23"/>
          <p:cNvSpPr txBox="1">
            <a:spLocks noGrp="1"/>
          </p:cNvSpPr>
          <p:nvPr>
            <p:ph type="body" idx="1"/>
          </p:nvPr>
        </p:nvSpPr>
        <p:spPr>
          <a:xfrm>
            <a:off x="471900" y="1919074"/>
            <a:ext cx="8222100" cy="2710200"/>
          </a:xfrm>
          <a:prstGeom prst="rect">
            <a:avLst/>
          </a:prstGeom>
          <a:noFill/>
          <a:ln>
            <a:noFill/>
          </a:ln>
        </p:spPr>
        <p:txBody>
          <a:bodyPr spcFirstLastPara="1" wrap="square" lIns="91400" tIns="91400" rIns="91400" bIns="91400" anchor="t" anchorCtr="0">
            <a:noAutofit/>
          </a:bodyPr>
          <a:lstStyle/>
          <a:p>
            <a:pPr marL="457200" marR="0" lvl="0" indent="-342900" algn="l" rtl="0">
              <a:lnSpc>
                <a:spcPct val="110000"/>
              </a:lnSpc>
              <a:spcBef>
                <a:spcPts val="300"/>
              </a:spcBef>
              <a:spcAft>
                <a:spcPts val="0"/>
              </a:spcAft>
              <a:buClr>
                <a:srgbClr val="000000"/>
              </a:buClr>
              <a:buSzPts val="1800"/>
              <a:buChar char="●"/>
            </a:pPr>
            <a:r>
              <a:rPr lang="en-US">
                <a:solidFill>
                  <a:srgbClr val="000000"/>
                </a:solidFill>
              </a:rPr>
              <a:t>Agenda</a:t>
            </a:r>
            <a:br>
              <a:rPr lang="en-US" b="1">
                <a:solidFill>
                  <a:srgbClr val="000000"/>
                </a:solidFill>
              </a:rPr>
            </a:br>
            <a:r>
              <a:rPr lang="en-US" u="sng">
                <a:solidFill>
                  <a:schemeClr val="hlink"/>
                </a:solidFill>
                <a:hlinkClick r:id="rId3"/>
              </a:rPr>
              <a:t>https://datatracker.ietf.org/meeting/agenda</a:t>
            </a:r>
            <a:r>
              <a:rPr lang="en-US">
                <a:solidFill>
                  <a:srgbClr val="000000"/>
                </a:solidFill>
              </a:rPr>
              <a:t> </a:t>
            </a:r>
            <a:endParaRPr>
              <a:solidFill>
                <a:srgbClr val="000000"/>
              </a:solidFill>
            </a:endParaRPr>
          </a:p>
          <a:p>
            <a:pPr marL="457200" marR="0" lvl="0" indent="-342900" algn="l" rtl="0">
              <a:lnSpc>
                <a:spcPct val="110000"/>
              </a:lnSpc>
              <a:spcBef>
                <a:spcPts val="0"/>
              </a:spcBef>
              <a:spcAft>
                <a:spcPts val="0"/>
              </a:spcAft>
              <a:buClr>
                <a:srgbClr val="000000"/>
              </a:buClr>
              <a:buSzPts val="1800"/>
              <a:buChar char="●"/>
            </a:pPr>
            <a:r>
              <a:rPr lang="en-US">
                <a:solidFill>
                  <a:srgbClr val="000000"/>
                </a:solidFill>
              </a:rPr>
              <a:t>Meetecho and other information:</a:t>
            </a:r>
            <a:br>
              <a:rPr lang="en-US">
                <a:solidFill>
                  <a:srgbClr val="000000"/>
                </a:solidFill>
              </a:rPr>
            </a:br>
            <a:r>
              <a:rPr lang="en-US" u="sng">
                <a:solidFill>
                  <a:schemeClr val="hlink"/>
                </a:solidFill>
                <a:hlinkClick r:id="rId4"/>
              </a:rPr>
              <a:t>https://www.ietf.org/how/meetings/preparation</a:t>
            </a:r>
            <a:r>
              <a:rPr lang="en-US">
                <a:solidFill>
                  <a:srgbClr val="000000"/>
                </a:solidFill>
              </a:rPr>
              <a:t> </a:t>
            </a:r>
            <a:endParaRPr>
              <a:solidFill>
                <a:srgbClr val="000000"/>
              </a:solidFill>
            </a:endParaRPr>
          </a:p>
          <a:p>
            <a:pPr marL="457200" marR="0" lvl="0" indent="-342900" algn="l" rtl="0">
              <a:lnSpc>
                <a:spcPct val="110000"/>
              </a:lnSpc>
              <a:spcBef>
                <a:spcPts val="0"/>
              </a:spcBef>
              <a:spcAft>
                <a:spcPts val="0"/>
              </a:spcAft>
              <a:buClr>
                <a:srgbClr val="000000"/>
              </a:buClr>
              <a:buSzPts val="1800"/>
              <a:buChar char="●"/>
            </a:pPr>
            <a:r>
              <a:rPr lang="en-US">
                <a:solidFill>
                  <a:srgbClr val="000000"/>
                </a:solidFill>
              </a:rPr>
              <a:t>If you need technical assistance, see the Reporting Issues page:</a:t>
            </a:r>
            <a:br>
              <a:rPr lang="en-US">
                <a:solidFill>
                  <a:srgbClr val="000000"/>
                </a:solidFill>
              </a:rPr>
            </a:br>
            <a:r>
              <a:rPr lang="en-US" u="sng">
                <a:solidFill>
                  <a:schemeClr val="hlink"/>
                </a:solidFill>
                <a:hlinkClick r:id="rId5"/>
              </a:rPr>
              <a:t>http://www.ietf.org/how/meetings/issues/</a:t>
            </a:r>
            <a:endParaRPr>
              <a:solidFill>
                <a:srgbClr val="000000"/>
              </a:solidFill>
            </a:endParaRPr>
          </a:p>
        </p:txBody>
      </p:sp>
      <p:sp>
        <p:nvSpPr>
          <p:cNvPr id="130" name="Google Shape;130;p23"/>
          <p:cNvSpPr txBox="1">
            <a:spLocks noGrp="1"/>
          </p:cNvSpPr>
          <p:nvPr>
            <p:ph type="sldNum" idx="12"/>
          </p:nvPr>
        </p:nvSpPr>
        <p:spPr>
          <a:xfrm>
            <a:off x="8694000" y="4724798"/>
            <a:ext cx="378328" cy="335400"/>
          </a:xfrm>
          <a:prstGeom prst="rect">
            <a:avLst/>
          </a:prstGeom>
          <a:noFill/>
          <a:ln>
            <a:noFill/>
          </a:ln>
        </p:spPr>
        <p:txBody>
          <a:bodyPr spcFirstLastPara="1" wrap="square" lIns="91400" tIns="91400" rIns="91400" bIns="91400" anchor="ctr" anchorCtr="0">
            <a:noAutofit/>
          </a:bodyPr>
          <a:lstStyle/>
          <a:p>
            <a:pPr marL="0" lvl="0" indent="0" algn="r" rtl="0">
              <a:spcBef>
                <a:spcPts val="0"/>
              </a:spcBef>
              <a:spcAft>
                <a:spcPts val="0"/>
              </a:spcAft>
              <a:buClr>
                <a:srgbClr val="737373"/>
              </a:buClr>
              <a:buSzPts val="1000"/>
              <a:buFont typeface="Roboto"/>
              <a:buNone/>
            </a:pPr>
            <a:fld id="{00000000-1234-1234-1234-123412341234}" type="slidenum">
              <a:rPr lang="en-US"/>
              <a:t>14</a:t>
            </a:fld>
            <a:endParaRPr dirty="0"/>
          </a:p>
        </p:txBody>
      </p:sp>
    </p:spTree>
  </p:cSld>
  <p:clrMapOvr>
    <a:masterClrMapping/>
  </p:clrMapOvr>
</p:sld>
</file>

<file path=ppt/theme/theme1.xml><?xml version="1.0" encoding="utf-8"?>
<a:theme xmlns:a="http://schemas.openxmlformats.org/drawingml/2006/main" name="Material">
  <a:themeElements>
    <a:clrScheme name="Material">
      <a:dk1>
        <a:srgbClr val="002D3C"/>
      </a:dk1>
      <a:lt1>
        <a:srgbClr val="4285F4"/>
      </a:lt1>
      <a:dk2>
        <a:srgbClr val="A7A7A7"/>
      </a:dk2>
      <a:lt2>
        <a:srgbClr val="535353"/>
      </a:lt2>
      <a:accent1>
        <a:srgbClr val="0277BD"/>
      </a:accent1>
      <a:accent2>
        <a:srgbClr val="0F9D58"/>
      </a:accent2>
      <a:accent3>
        <a:srgbClr val="DB4437"/>
      </a:accent3>
      <a:accent4>
        <a:srgbClr val="FAFAFA"/>
      </a:accent4>
      <a:accent5>
        <a:srgbClr val="4FC3F7"/>
      </a:accent5>
      <a:accent6>
        <a:srgbClr val="F4B40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IETF Template">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aterial">
  <a:themeElements>
    <a:clrScheme name="Material">
      <a:dk1>
        <a:srgbClr val="000000"/>
      </a:dk1>
      <a:lt1>
        <a:srgbClr val="FFFFFF"/>
      </a:lt1>
      <a:dk2>
        <a:srgbClr val="A7A7A7"/>
      </a:dk2>
      <a:lt2>
        <a:srgbClr val="535353"/>
      </a:lt2>
      <a:accent1>
        <a:srgbClr val="0277BD"/>
      </a:accent1>
      <a:accent2>
        <a:srgbClr val="0F9D58"/>
      </a:accent2>
      <a:accent3>
        <a:srgbClr val="DB4437"/>
      </a:accent3>
      <a:accent4>
        <a:srgbClr val="FAFAFA"/>
      </a:accent4>
      <a:accent5>
        <a:srgbClr val="4FC3F7"/>
      </a:accent5>
      <a:accent6>
        <a:srgbClr val="F4B400"/>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28792A905D4FBE4781303B372FFF56B7" ma:contentTypeVersion="18" ma:contentTypeDescription="Ein neues Dokument erstellen." ma:contentTypeScope="" ma:versionID="1bed101c48ab8d637c0f10f3a19033d6">
  <xsd:schema xmlns:xsd="http://www.w3.org/2001/XMLSchema" xmlns:xs="http://www.w3.org/2001/XMLSchema" xmlns:p="http://schemas.microsoft.com/office/2006/metadata/properties" xmlns:ns3="3e5e162a-5953-4fde-83b3-9639e6ab13bb" xmlns:ns4="266fa233-377d-43d6-82a1-e70154e55ff7" targetNamespace="http://schemas.microsoft.com/office/2006/metadata/properties" ma:root="true" ma:fieldsID="ad54ca06dfd6fdd081bd33575dcf7e57" ns3:_="" ns4:_="">
    <xsd:import namespace="3e5e162a-5953-4fde-83b3-9639e6ab13bb"/>
    <xsd:import namespace="266fa233-377d-43d6-82a1-e70154e55ff7"/>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element ref="ns3:MediaServiceGenerationTime" minOccurs="0"/>
                <xsd:element ref="ns3:MediaServiceEventHashCode" minOccurs="0"/>
                <xsd:element ref="ns4:SharedWithUsers" minOccurs="0"/>
                <xsd:element ref="ns4:SharedWithDetails" minOccurs="0"/>
                <xsd:element ref="ns4:SharingHintHash" minOccurs="0"/>
                <xsd:element ref="ns3:MediaServiceAutoKeyPoints" minOccurs="0"/>
                <xsd:element ref="ns3:MediaServiceKeyPoints"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e5e162a-5953-4fde-83b3-9639e6ab13b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66fa233-377d-43d6-82a1-e70154e55ff7" elementFormDefault="qualified">
    <xsd:import namespace="http://schemas.microsoft.com/office/2006/documentManagement/types"/>
    <xsd:import namespace="http://schemas.microsoft.com/office/infopath/2007/PartnerControls"/>
    <xsd:element name="SharedWithUsers" ma:index="16"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Freigegeben für - Details" ma:internalName="SharedWithDetails" ma:readOnly="true">
      <xsd:simpleType>
        <xsd:restriction base="dms:Note">
          <xsd:maxLength value="255"/>
        </xsd:restriction>
      </xsd:simpleType>
    </xsd:element>
    <xsd:element name="SharingHintHash" ma:index="18" nillable="true" ma:displayName="Freigabehinweis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3e5e162a-5953-4fde-83b3-9639e6ab13bb" xsi:nil="true"/>
  </documentManagement>
</p:properties>
</file>

<file path=customXml/itemProps1.xml><?xml version="1.0" encoding="utf-8"?>
<ds:datastoreItem xmlns:ds="http://schemas.openxmlformats.org/officeDocument/2006/customXml" ds:itemID="{F4805544-B524-4E4A-B7C1-6ABFC599928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e5e162a-5953-4fde-83b3-9639e6ab13bb"/>
    <ds:schemaRef ds:uri="266fa233-377d-43d6-82a1-e70154e55ff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104BBC9-6B71-4DC1-A0E0-1E198363AC7F}">
  <ds:schemaRefs>
    <ds:schemaRef ds:uri="http://schemas.microsoft.com/sharepoint/v3/contenttype/forms"/>
  </ds:schemaRefs>
</ds:datastoreItem>
</file>

<file path=customXml/itemProps3.xml><?xml version="1.0" encoding="utf-8"?>
<ds:datastoreItem xmlns:ds="http://schemas.openxmlformats.org/officeDocument/2006/customXml" ds:itemID="{3D7021EF-4D3D-4708-92FB-F2CD02CEF7A1}">
  <ds:schemaRef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3e5e162a-5953-4fde-83b3-9639e6ab13bb"/>
    <ds:schemaRef ds:uri="266fa233-377d-43d6-82a1-e70154e55ff7"/>
    <ds:schemaRef ds:uri="http://purl.org/dc/terms/"/>
    <ds:schemaRef ds:uri="http://www.w3.org/XML/1998/namespace"/>
    <ds:schemaRef ds:uri="http://purl.org/dc/dcmitype/"/>
  </ds:schemaRefs>
</ds:datastoreItem>
</file>

<file path=docMetadata/LabelInfo.xml><?xml version="1.0" encoding="utf-8"?>
<clbl:labelList xmlns:clbl="http://schemas.microsoft.com/office/2020/mipLabelMetadata">
  <clbl:label id="{2e1fccfb-80ca-4fe1-a574-1516544edb53}" enabled="1" method="Standard" siteId="{364e5b87-c1c7-420d-9bee-c35d19b557a1}" removed="0"/>
  <clbl:label id="{92e84ceb-fbfd-47ab-be52-080c6b87953f}" enabled="0" method="" siteId="{92e84ceb-fbfd-47ab-be52-080c6b87953f}" removed="1"/>
</clbl:labelList>
</file>

<file path=docProps/app.xml><?xml version="1.0" encoding="utf-8"?>
<Properties xmlns="http://schemas.openxmlformats.org/officeDocument/2006/extended-properties" xmlns:vt="http://schemas.openxmlformats.org/officeDocument/2006/docPropsVTypes">
  <TotalTime>0</TotalTime>
  <Words>1479</Words>
  <Application>Microsoft Office PowerPoint</Application>
  <PresentationFormat>On-screen Show (16:9)</PresentationFormat>
  <Paragraphs>102</Paragraphs>
  <Slides>14</Slides>
  <Notes>13</Notes>
  <HiddenSlides>1</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14</vt:i4>
      </vt:variant>
    </vt:vector>
  </HeadingPairs>
  <TitlesOfParts>
    <vt:vector size="23" baseType="lpstr">
      <vt:lpstr>Arial</vt:lpstr>
      <vt:lpstr>Roboto</vt:lpstr>
      <vt:lpstr>Open Sans Medium</vt:lpstr>
      <vt:lpstr>Inter</vt:lpstr>
      <vt:lpstr>Open Sans</vt:lpstr>
      <vt:lpstr>Montserrat</vt:lpstr>
      <vt:lpstr>Open Sans SemiBold</vt:lpstr>
      <vt:lpstr>Material</vt:lpstr>
      <vt:lpstr>IETF Template</vt:lpstr>
      <vt:lpstr>IETF 124 BMWG &amp; IPPM</vt:lpstr>
      <vt:lpstr>Note Well</vt:lpstr>
      <vt:lpstr>Note Really Well</vt:lpstr>
      <vt:lpstr>IETF 124 Meeting Tips</vt:lpstr>
      <vt:lpstr>Joint BMWG and IPPM Meeting</vt:lpstr>
      <vt:lpstr>BMWG charter</vt:lpstr>
      <vt:lpstr>IPPM charter</vt:lpstr>
      <vt:lpstr>Notetaker</vt:lpstr>
      <vt:lpstr>Agenda – Working Group Documents</vt:lpstr>
      <vt:lpstr>Agenda – Proposed Work</vt:lpstr>
      <vt:lpstr>Joint Chartering Discussion</vt:lpstr>
      <vt:lpstr>BMWG Document Updates Since IETF 123</vt:lpstr>
      <vt:lpstr>IPPM Document Updates Since IETF 123</vt:lpstr>
      <vt:lpstr>Resources for IETF 124 Montreal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IETF 123 BMWG &amp; IPPM</dc:title>
  <dc:creator>Graf Thomas, INI-NET-VNC-E2E</dc:creator>
  <cp:lastModifiedBy>Graf Thomas, SCS-INI-NET-VNC-E2E</cp:lastModifiedBy>
  <cp:revision>25</cp:revision>
  <dcterms:modified xsi:type="dcterms:W3CDTF">2025-11-03T22:37:06Z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0x01010028792A905D4FBE4781303B372FFF56B7</vt:lpwstr>
  </property>
  <property fmtid="{D5CDD505-2E9C-101B-9397-08002B2CF9AE}" pid="3" name="_readonly">
    <vt:lpwstr/>
  </property>
  <property fmtid="{D5CDD505-2E9C-101B-9397-08002B2CF9AE}" pid="4" name="_change">
    <vt:lpwstr/>
  </property>
  <property fmtid="{D5CDD505-2E9C-101B-9397-08002B2CF9AE}" pid="5" name="_full-control">
    <vt:lpwstr/>
  </property>
  <property fmtid="{D5CDD505-2E9C-101B-9397-08002B2CF9AE}" pid="6" name="sflag">
    <vt:lpwstr>1761727711</vt:lpwstr>
  </property>
</Properties>
</file>