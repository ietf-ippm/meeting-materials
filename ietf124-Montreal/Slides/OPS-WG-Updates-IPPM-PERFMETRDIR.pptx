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4BA566-C6FD-4F83-B085-32E228DAD1BF}" v="1" dt="2026-03-08T09:52:28.9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9" autoAdjust="0"/>
    <p:restoredTop sz="86394" autoAdjust="0"/>
  </p:normalViewPr>
  <p:slideViewPr>
    <p:cSldViewPr snapToGrid="0">
      <p:cViewPr varScale="1">
        <p:scale>
          <a:sx n="82" d="100"/>
          <a:sy n="82" d="100"/>
        </p:scale>
        <p:origin x="619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us Ihlar" userId="3466507a-8f95-47f2-ae1b-ce7d6ca611a4" providerId="ADAL" clId="{3438F4FC-D214-4A35-B915-405844213C8B}"/>
    <pc:docChg chg="modSld">
      <pc:chgData name="Marcus Ihlar" userId="3466507a-8f95-47f2-ae1b-ce7d6ca611a4" providerId="ADAL" clId="{3438F4FC-D214-4A35-B915-405844213C8B}" dt="2025-11-04T14:52:31.633" v="8" actId="20577"/>
      <pc:docMkLst>
        <pc:docMk/>
      </pc:docMkLst>
      <pc:sldChg chg="modSp mod">
        <pc:chgData name="Marcus Ihlar" userId="3466507a-8f95-47f2-ae1b-ce7d6ca611a4" providerId="ADAL" clId="{3438F4FC-D214-4A35-B915-405844213C8B}" dt="2025-11-04T14:52:31.633" v="8" actId="20577"/>
        <pc:sldMkLst>
          <pc:docMk/>
          <pc:sldMk cId="2180883231" sldId="258"/>
        </pc:sldMkLst>
      </pc:sldChg>
    </pc:docChg>
  </pc:docChgLst>
  <pc:docChgLst>
    <pc:chgData name="Graf Thomas, SCS-INI-NET-VNC-E2E" userId="487bc3e3-9ce7-4cdd-b7b4-8899ea88d289" providerId="ADAL" clId="{ADEEF08A-D719-4B50-A383-4105EDA2C206}"/>
    <pc:docChg chg="custSel modSld">
      <pc:chgData name="Graf Thomas, SCS-INI-NET-VNC-E2E" userId="487bc3e3-9ce7-4cdd-b7b4-8899ea88d289" providerId="ADAL" clId="{ADEEF08A-D719-4B50-A383-4105EDA2C206}" dt="2026-03-08T10:05:21.666" v="30" actId="27636"/>
      <pc:docMkLst>
        <pc:docMk/>
      </pc:docMkLst>
      <pc:sldChg chg="modSp mod">
        <pc:chgData name="Graf Thomas, SCS-INI-NET-VNC-E2E" userId="487bc3e3-9ce7-4cdd-b7b4-8899ea88d289" providerId="ADAL" clId="{ADEEF08A-D719-4B50-A383-4105EDA2C206}" dt="2026-03-08T10:05:21.666" v="30" actId="27636"/>
        <pc:sldMkLst>
          <pc:docMk/>
          <pc:sldMk cId="2180883231" sldId="258"/>
        </pc:sldMkLst>
        <pc:spChg chg="mod">
          <ac:chgData name="Graf Thomas, SCS-INI-NET-VNC-E2E" userId="487bc3e3-9ce7-4cdd-b7b4-8899ea88d289" providerId="ADAL" clId="{ADEEF08A-D719-4B50-A383-4105EDA2C206}" dt="2026-03-08T10:05:17.894" v="28" actId="20577"/>
          <ac:spMkLst>
            <pc:docMk/>
            <pc:sldMk cId="2180883231" sldId="258"/>
            <ac:spMk id="2" creationId="{6841F4A8-32C7-087F-ADC5-EC992FA45176}"/>
          </ac:spMkLst>
        </pc:spChg>
        <pc:spChg chg="mod">
          <ac:chgData name="Graf Thomas, SCS-INI-NET-VNC-E2E" userId="487bc3e3-9ce7-4cdd-b7b4-8899ea88d289" providerId="ADAL" clId="{ADEEF08A-D719-4B50-A383-4105EDA2C206}" dt="2026-03-08T10:05:21.666" v="30" actId="27636"/>
          <ac:spMkLst>
            <pc:docMk/>
            <pc:sldMk cId="2180883231" sldId="258"/>
            <ac:spMk id="3" creationId="{5082E14F-0499-0D67-CCEB-98C164D73BB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3813BE-9644-4EB0-A6C4-0B9517916EF9}" type="datetimeFigureOut">
              <a:rPr lang="fr-FR" smtClean="0"/>
              <a:t>08/03/2026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D3F37D-BF49-4E40-8231-8F5CF7906328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25894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3F37D-BF49-4E40-8231-8F5CF7906328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55469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3F37D-BF49-4E40-8231-8F5CF7906328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09380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ECF847-9D6D-1DA0-A5D8-10C6F99FD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CE2D889-B679-C0E0-AF90-00847D55D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0BC217-0853-988C-FDAA-D3D44FDE5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A2D09-215D-4610-87DE-176F93FAFFFB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1B9BC2-D238-88DD-9EC0-B9544C13D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733819-67B3-07B3-1523-2FDD5F74F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58401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022CD3-133E-B112-BF71-A52EEFF1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1F329F-ABC8-B742-850F-B82146138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D809C6-D516-E9D3-1853-8DF9EE1F6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ACCCC-DFCC-4756-9119-F1F4182DEE79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8A5374-A1CB-7F2D-630E-3CE477F19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59D3C9-5AC6-A267-D2A8-147DD07F2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6886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464B3A-99CF-3292-EF24-B415601DC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4CFD4F-1FE4-9AB0-6818-AE7989008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53FF20-16E1-4CE9-9DF6-42536FD75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A53-6888-4012-9540-B1A2D306F057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B06DBA-D7F9-8BF5-1CCE-88F8067E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23B1FC-9E8E-3A5F-8BD3-CF8810F07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0396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49B6BF-3982-3762-9481-6C29B49CA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0F4F63-B247-A47A-562F-CBB6CD2280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F090F6E-8F2C-136E-D160-F5B938BF60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9BC5D7-8D22-C40E-6E22-C3F4D860C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12EA3-61AF-4B68-96B7-FD0EF5B6D1CF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5DBC7F-78FE-5B6D-D02D-CEF1A40C4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70BB8DE-8B44-D99B-FBF7-DA27824F6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3134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E6B1E6-4068-A95F-7719-38EC3A9CB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087445-2DE4-F4CE-E569-AC5057CC5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287634C-61CD-CEB6-F147-DAC205FB7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2E34D6D-C220-F3E6-3091-46241BBCB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CE7FF3C-9359-771A-295E-86F6759EB4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1F17CA6-89AB-77B2-6DA8-B396A1274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F3E34-6190-4D3B-AA13-9C745685F55B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6D1F000-9C5C-6D16-E94D-C958E62FA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2443E45-4770-0B98-DF1F-38A3BD2A0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08042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4DE97B-900A-7B90-D568-38DD53882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0C35EA8-361B-A149-AD65-5D72A0518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672A-08CA-4958-B194-97B82EC017A1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4C43E95-0F3B-7AA1-7348-7F0BF01FF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9AA3F42-923F-BD08-4393-18B0172BD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8756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2EB279A-F3CD-33D3-EA27-016F268A3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B3D01-0A26-4955-A3B9-82886643D6B4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B1FAC42-A37D-775D-B2C7-4761A68DA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0C5BD1F-18D9-C57E-DB0C-EEB39D11B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8909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7E9BA2-99B5-84A9-1761-D615F942F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6BCA8D-6065-496B-1D95-55D20C158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20A9BB-5962-0C2B-0A47-44B2AE271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F688F2-7FF1-1A25-3029-1887998D6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B2D0-68E8-43E1-BC8F-2FA077EAE1FE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219BBF-6719-C327-AFE7-CB99673A7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FE7842-F323-78D6-AFEC-CC527142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5042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F6DC9D-B62D-358B-1D1E-107CF87D5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A609BC4-BB25-4E0C-148E-65DA0EEA28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69A923F-5B8A-443B-B290-50E4E17BA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AF42D6D-9BE2-2E42-A82C-67D260624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352CE-85DA-4448-A952-A5096EB6C4CB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265D3CB-CE39-EAEA-B52B-9F8F6B4C7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7FD9C42-1A07-3665-5E46-E085C76A9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6841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A5D150-95DB-AF11-B4EA-7431A0FDB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19620BD-22BF-B48F-EAD1-B0A616745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BFA904-3D88-EF8B-65F3-823E378AC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B3DBA-070E-4070-BF49-61ED05E982A8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440F60-F7FC-C7FB-988B-A45ED5251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451192-4578-D6B0-F723-66B25E278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0199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485F695-1EEF-BB93-585A-ECE8AF1874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F7F644B-2AA7-C062-BEF5-2B63F970D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CF99E4-CBD7-2C3C-FCD6-2CAA4A598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1926C-C024-4DC6-8C34-EC76F14394CD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E78E49-A527-D9C9-9C4D-FE91DDB0B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C996A4-0850-DBB6-808C-4E85BBA0A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98659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0908114-F54D-703B-5897-9BACC3FD6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6813AA-1932-60F0-4C8F-B68D24CDB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2A9375-7A6F-1C85-FF40-9BEDD29E8E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B112E7-EB8B-4390-BCC3-B52E854F5AF2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B2D9DD-0A78-B010-8346-AA4E543539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07BE1D-05FA-B80C-CACD-8873DE425D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08697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perfmetrdir-chairs@ietf.or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41F4A8-32C7-087F-ADC5-EC992FA45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IP Performance Measurement (IPPM)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82E14F-0499-0D67-CCEB-98C164D73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1"/>
          </a:xfrm>
        </p:spPr>
        <p:txBody>
          <a:bodyPr numCol="2">
            <a:normAutofit fontScale="77500" lnSpcReduction="20000"/>
          </a:bodyPr>
          <a:lstStyle/>
          <a:p>
            <a:r>
              <a:rPr lang="en-US" b="1" dirty="0"/>
              <a:t>Current WG Hot Topics/Main Issues</a:t>
            </a:r>
          </a:p>
          <a:p>
            <a:pPr lvl="1"/>
            <a:r>
              <a:rPr lang="en-US" dirty="0"/>
              <a:t>Agenda is mainly driven by IOAM and STAMP related documents at this point in time. </a:t>
            </a:r>
            <a:r>
              <a:rPr lang="de-CH" b="1" dirty="0"/>
              <a:t>draft-weis-ippm-</a:t>
            </a:r>
            <a:r>
              <a:rPr lang="de-CH" b="1" dirty="0" err="1"/>
              <a:t>ioam</a:t>
            </a:r>
            <a:r>
              <a:rPr lang="de-CH" b="1" dirty="0"/>
              <a:t>-</a:t>
            </a:r>
            <a:r>
              <a:rPr lang="de-CH" b="1" dirty="0" err="1"/>
              <a:t>eth</a:t>
            </a:r>
            <a:r>
              <a:rPr lang="de-CH" b="1" dirty="0"/>
              <a:t> </a:t>
            </a:r>
            <a:r>
              <a:rPr lang="de-CH" dirty="0" err="1"/>
              <a:t>raises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point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go</a:t>
            </a:r>
            <a:r>
              <a:rPr lang="de-CH" dirty="0"/>
              <a:t> </a:t>
            </a:r>
            <a:r>
              <a:rPr lang="de-CH" dirty="0" err="1"/>
              <a:t>beyond</a:t>
            </a:r>
            <a:r>
              <a:rPr lang="de-CH" dirty="0"/>
              <a:t> </a:t>
            </a:r>
            <a:r>
              <a:rPr lang="de-CH" dirty="0" err="1"/>
              <a:t>transport</a:t>
            </a:r>
            <a:r>
              <a:rPr lang="de-CH" dirty="0"/>
              <a:t> and IP </a:t>
            </a:r>
            <a:r>
              <a:rPr lang="de-CH" dirty="0" err="1"/>
              <a:t>to</a:t>
            </a:r>
            <a:r>
              <a:rPr lang="de-CH" dirty="0"/>
              <a:t> Ethernet.</a:t>
            </a:r>
            <a:endParaRPr lang="en-US" dirty="0"/>
          </a:p>
          <a:p>
            <a:pPr lvl="1"/>
            <a:r>
              <a:rPr lang="en-US" b="1" dirty="0"/>
              <a:t>draft-</a:t>
            </a:r>
            <a:r>
              <a:rPr lang="en-US" b="1" dirty="0" err="1"/>
              <a:t>ietf</a:t>
            </a:r>
            <a:r>
              <a:rPr lang="en-US" b="1" dirty="0"/>
              <a:t>-ippm-</a:t>
            </a:r>
            <a:r>
              <a:rPr lang="en-US" b="1" dirty="0" err="1"/>
              <a:t>ioam</a:t>
            </a:r>
            <a:r>
              <a:rPr lang="en-US" b="1" dirty="0"/>
              <a:t>-data-integrity </a:t>
            </a:r>
            <a:r>
              <a:rPr lang="en-US" dirty="0"/>
              <a:t>is mature and ready for working group last call while </a:t>
            </a:r>
            <a:r>
              <a:rPr lang="en-US" b="1" dirty="0"/>
              <a:t>draft-</a:t>
            </a:r>
            <a:r>
              <a:rPr lang="en-US" b="1" dirty="0" err="1"/>
              <a:t>iuzh</a:t>
            </a:r>
            <a:r>
              <a:rPr lang="en-US" b="1" dirty="0"/>
              <a:t>-ippm-</a:t>
            </a:r>
            <a:r>
              <a:rPr lang="en-US" b="1" dirty="0" err="1"/>
              <a:t>ioam</a:t>
            </a:r>
            <a:r>
              <a:rPr lang="en-US" b="1" dirty="0"/>
              <a:t>-integrity-yang </a:t>
            </a:r>
            <a:r>
              <a:rPr lang="en-US" dirty="0"/>
              <a:t>adoption call is running.</a:t>
            </a:r>
          </a:p>
          <a:p>
            <a:pPr lvl="1"/>
            <a:r>
              <a:rPr lang="en-US" b="1" dirty="0"/>
              <a:t>draft-</a:t>
            </a:r>
            <a:r>
              <a:rPr lang="en-US" b="1" dirty="0" err="1"/>
              <a:t>ietf</a:t>
            </a:r>
            <a:r>
              <a:rPr lang="en-US" b="1" dirty="0"/>
              <a:t>-ippm-on-path-active-measurements </a:t>
            </a:r>
            <a:r>
              <a:rPr lang="en-US" dirty="0"/>
              <a:t>passed working group adoption call. Good terminology coordination with </a:t>
            </a:r>
            <a:r>
              <a:rPr lang="en-US" b="1" dirty="0"/>
              <a:t>draft-</a:t>
            </a:r>
            <a:r>
              <a:rPr lang="en-US" b="1" dirty="0" err="1"/>
              <a:t>ietf</a:t>
            </a:r>
            <a:r>
              <a:rPr lang="en-US" b="1" dirty="0"/>
              <a:t>-opsawg-</a:t>
            </a:r>
            <a:r>
              <a:rPr lang="en-US" b="1" dirty="0" err="1"/>
              <a:t>oam</a:t>
            </a:r>
            <a:r>
              <a:rPr lang="en-US" b="1" dirty="0"/>
              <a:t>-characterization </a:t>
            </a:r>
            <a:r>
              <a:rPr lang="en-US" dirty="0"/>
              <a:t>on the use of active test packets in combination with Hybrid Methods.</a:t>
            </a:r>
          </a:p>
          <a:p>
            <a:pPr lvl="1"/>
            <a:r>
              <a:rPr lang="en-US" b="1" dirty="0"/>
              <a:t>draft-</a:t>
            </a:r>
            <a:r>
              <a:rPr lang="en-US" b="1" dirty="0" err="1"/>
              <a:t>whimir</a:t>
            </a:r>
            <a:r>
              <a:rPr lang="en-US" b="1" dirty="0"/>
              <a:t>-ippm-stamp-cos-</a:t>
            </a:r>
            <a:r>
              <a:rPr lang="en-US" b="1" dirty="0" err="1"/>
              <a:t>ecn</a:t>
            </a:r>
            <a:r>
              <a:rPr lang="en-US" b="1" dirty="0"/>
              <a:t> </a:t>
            </a:r>
            <a:r>
              <a:rPr lang="en-US" dirty="0"/>
              <a:t>has good community traction and is at the top of the candidate adoption list.</a:t>
            </a:r>
          </a:p>
          <a:p>
            <a:r>
              <a:rPr lang="en-US" b="1" dirty="0"/>
              <a:t>Main Achievements Since IETF#123</a:t>
            </a:r>
          </a:p>
          <a:p>
            <a:pPr lvl="1"/>
            <a:r>
              <a:rPr lang="en-US" b="1" dirty="0"/>
              <a:t>draft-</a:t>
            </a:r>
            <a:r>
              <a:rPr lang="en-US" b="1" dirty="0" err="1"/>
              <a:t>ietf</a:t>
            </a:r>
            <a:r>
              <a:rPr lang="en-US" b="1" dirty="0"/>
              <a:t>-ippm-capacity-protocol </a:t>
            </a:r>
            <a:r>
              <a:rPr lang="en-US" dirty="0"/>
              <a:t>security related challenges during IESG review process has been resolved and is now approved by IESG.</a:t>
            </a:r>
          </a:p>
          <a:p>
            <a:pPr lvl="1"/>
            <a:r>
              <a:rPr lang="en-US" b="1" dirty="0"/>
              <a:t>draft-</a:t>
            </a:r>
            <a:r>
              <a:rPr lang="en-US" b="1" dirty="0" err="1"/>
              <a:t>ietf</a:t>
            </a:r>
            <a:r>
              <a:rPr lang="en-US" b="1" dirty="0"/>
              <a:t>-ippm-asymmetrical-pkts </a:t>
            </a:r>
            <a:r>
              <a:rPr lang="en-US" dirty="0"/>
              <a:t>and</a:t>
            </a:r>
            <a:r>
              <a:rPr lang="en-US" b="1" dirty="0"/>
              <a:t> draft-</a:t>
            </a:r>
            <a:r>
              <a:rPr lang="en-US" b="1" dirty="0" err="1"/>
              <a:t>ietf</a:t>
            </a:r>
            <a:r>
              <a:rPr lang="en-US" b="1" dirty="0"/>
              <a:t>-ippm-hybrid-two-step </a:t>
            </a:r>
            <a:r>
              <a:rPr lang="en-US" dirty="0"/>
              <a:t>has been passed on to IESG. </a:t>
            </a:r>
            <a:r>
              <a:rPr lang="en-US" b="1" dirty="0"/>
              <a:t>draft-</a:t>
            </a:r>
            <a:r>
              <a:rPr lang="en-US" b="1" dirty="0" err="1"/>
              <a:t>ietf</a:t>
            </a:r>
            <a:r>
              <a:rPr lang="en-US" b="1" dirty="0"/>
              <a:t>-ippm-hybrid-two-step </a:t>
            </a:r>
            <a:r>
              <a:rPr lang="en-US" dirty="0"/>
              <a:t>received OPS AD review.</a:t>
            </a:r>
          </a:p>
          <a:p>
            <a:pPr lvl="1"/>
            <a:r>
              <a:rPr lang="en-US" b="1" dirty="0"/>
              <a:t>draft-</a:t>
            </a:r>
            <a:r>
              <a:rPr lang="en-US" b="1" dirty="0" err="1"/>
              <a:t>ietf</a:t>
            </a:r>
            <a:r>
              <a:rPr lang="en-US" b="1" dirty="0"/>
              <a:t>-ippm-</a:t>
            </a:r>
            <a:r>
              <a:rPr lang="en-US" b="1" dirty="0" err="1"/>
              <a:t>qoo</a:t>
            </a:r>
            <a:r>
              <a:rPr lang="en-US" b="1" dirty="0"/>
              <a:t> </a:t>
            </a:r>
            <a:r>
              <a:rPr lang="en-US" dirty="0"/>
              <a:t>passed working group last call and submitted to IESG.</a:t>
            </a:r>
          </a:p>
          <a:p>
            <a:r>
              <a:rPr lang="en-US" b="1" dirty="0"/>
              <a:t>Admin Changes Since IETF#123</a:t>
            </a:r>
          </a:p>
          <a:p>
            <a:pPr lvl="1"/>
            <a:r>
              <a:rPr lang="en-US" dirty="0"/>
              <a:t>Charter Update: IPPM/BMWG joint chartering in progress</a:t>
            </a:r>
          </a:p>
          <a:p>
            <a:pPr lvl="1"/>
            <a:r>
              <a:rPr lang="en-US" dirty="0"/>
              <a:t>Leadership Update: No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E55EBD-1B16-433A-2B82-E65DC5EA1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 (IETF#124)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56CA9C-7437-7A9E-8A7D-F2499DC1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0883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41F4A8-32C7-087F-ADC5-EC992FA45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Performance </a:t>
            </a:r>
            <a:r>
              <a:rPr lang="fr-FR" dirty="0" err="1"/>
              <a:t>Metrics</a:t>
            </a:r>
            <a:r>
              <a:rPr lang="fr-FR" dirty="0"/>
              <a:t> </a:t>
            </a:r>
            <a:r>
              <a:rPr lang="fr-FR" dirty="0" err="1"/>
              <a:t>Directorate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82E14F-0499-0D67-CCEB-98C164D73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7332"/>
            <a:ext cx="10515600" cy="4729018"/>
          </a:xfrm>
        </p:spPr>
        <p:txBody>
          <a:bodyPr numCol="2">
            <a:normAutofit fontScale="92500"/>
          </a:bodyPr>
          <a:lstStyle/>
          <a:p>
            <a:r>
              <a:rPr lang="en-US" b="1" dirty="0"/>
              <a:t>Main Dir Objectives</a:t>
            </a:r>
          </a:p>
          <a:p>
            <a:pPr lvl="1"/>
            <a:r>
              <a:rPr lang="en-US" dirty="0"/>
              <a:t>Assists the OPS Area Directors to review performance-related documents intended for IESG review.</a:t>
            </a:r>
          </a:p>
          <a:p>
            <a:pPr lvl="1"/>
            <a:r>
              <a:rPr lang="en-US" dirty="0"/>
              <a:t>Provides guidance on Performance Metrics to protocol development Working Groups. </a:t>
            </a:r>
          </a:p>
          <a:p>
            <a:pPr lvl="1"/>
            <a:r>
              <a:rPr lang="en-US" dirty="0"/>
              <a:t>See RFC 6390.</a:t>
            </a:r>
          </a:p>
          <a:p>
            <a:r>
              <a:rPr lang="en-US" b="1" dirty="0"/>
              <a:t>Current WG Hot Topics/Main Issues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Seeking for more reviewers! 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dirty="0"/>
              <a:t>Please reach out to </a:t>
            </a:r>
            <a:br>
              <a:rPr lang="en-US" dirty="0"/>
            </a:br>
            <a:r>
              <a:rPr lang="en-US" dirty="0">
                <a:hlinkClick r:id="rId3"/>
              </a:rPr>
              <a:t>perfmetrdir-chairs@ietf.org</a:t>
            </a:r>
            <a:r>
              <a:rPr lang="en-US" dirty="0"/>
              <a:t>.</a:t>
            </a:r>
          </a:p>
          <a:p>
            <a:r>
              <a:rPr lang="en-US" b="1" dirty="0"/>
              <a:t>Main Achievements Since IETF#123</a:t>
            </a:r>
          </a:p>
          <a:p>
            <a:pPr lvl="1"/>
            <a:r>
              <a:rPr lang="en-US" b="1" dirty="0"/>
              <a:t>Xiao Min </a:t>
            </a:r>
            <a:r>
              <a:rPr lang="en-US" dirty="0"/>
              <a:t>and </a:t>
            </a:r>
            <a:r>
              <a:rPr lang="en-US" b="1" dirty="0"/>
              <a:t>Greg Mirsky </a:t>
            </a:r>
            <a:r>
              <a:rPr lang="en-US" dirty="0"/>
              <a:t>joint the group of reviewers. Many thanks!</a:t>
            </a:r>
          </a:p>
          <a:p>
            <a:pPr lvl="1"/>
            <a:r>
              <a:rPr lang="de-CH" b="1" dirty="0"/>
              <a:t>draft-</a:t>
            </a:r>
            <a:r>
              <a:rPr lang="de-CH" b="1" dirty="0" err="1"/>
              <a:t>ietf</a:t>
            </a:r>
            <a:r>
              <a:rPr lang="de-CH" b="1" dirty="0"/>
              <a:t>-</a:t>
            </a:r>
            <a:r>
              <a:rPr lang="de-CH" b="1" dirty="0" err="1"/>
              <a:t>bmwg-mlrsearch</a:t>
            </a:r>
            <a:r>
              <a:rPr lang="de-CH" dirty="0"/>
              <a:t> review in </a:t>
            </a:r>
            <a:r>
              <a:rPr lang="de-CH" dirty="0" err="1"/>
              <a:t>progress</a:t>
            </a:r>
            <a:r>
              <a:rPr lang="de-CH" dirty="0"/>
              <a:t>. Takes </a:t>
            </a:r>
            <a:r>
              <a:rPr lang="de-CH" dirty="0" err="1"/>
              <a:t>longer</a:t>
            </a:r>
            <a:r>
              <a:rPr lang="de-CH" dirty="0"/>
              <a:t> </a:t>
            </a:r>
            <a:r>
              <a:rPr lang="de-CH" dirty="0" err="1"/>
              <a:t>than</a:t>
            </a:r>
            <a:r>
              <a:rPr lang="de-CH" dirty="0"/>
              <a:t> </a:t>
            </a:r>
            <a:r>
              <a:rPr lang="de-CH" dirty="0" err="1"/>
              <a:t>aimed</a:t>
            </a:r>
            <a:r>
              <a:rPr lang="de-CH" dirty="0"/>
              <a:t> </a:t>
            </a:r>
            <a:r>
              <a:rPr lang="de-CH" dirty="0" err="1"/>
              <a:t>since</a:t>
            </a:r>
            <a:r>
              <a:rPr lang="de-CH" dirty="0"/>
              <a:t> 2 </a:t>
            </a:r>
            <a:r>
              <a:rPr lang="de-CH" dirty="0" err="1"/>
              <a:t>reviewers</a:t>
            </a:r>
            <a:r>
              <a:rPr lang="de-CH" dirty="0"/>
              <a:t> </a:t>
            </a:r>
            <a:r>
              <a:rPr lang="de-CH" dirty="0" err="1"/>
              <a:t>declined</a:t>
            </a:r>
            <a:r>
              <a:rPr lang="de-CH" dirty="0"/>
              <a:t> due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their</a:t>
            </a:r>
            <a:r>
              <a:rPr lang="de-CH" dirty="0"/>
              <a:t> time </a:t>
            </a:r>
            <a:r>
              <a:rPr lang="de-CH" dirty="0" err="1"/>
              <a:t>constrains</a:t>
            </a:r>
            <a:r>
              <a:rPr lang="de-CH" dirty="0"/>
              <a:t>.</a:t>
            </a:r>
            <a:endParaRPr lang="en-US" dirty="0"/>
          </a:p>
          <a:p>
            <a:r>
              <a:rPr lang="en-US" b="1" dirty="0"/>
              <a:t>Admin Changes Since IETF#123</a:t>
            </a:r>
          </a:p>
          <a:p>
            <a:pPr lvl="1"/>
            <a:r>
              <a:rPr lang="en-US" dirty="0"/>
              <a:t>Charter Update: No</a:t>
            </a:r>
          </a:p>
          <a:p>
            <a:pPr lvl="1"/>
            <a:r>
              <a:rPr lang="en-US" dirty="0"/>
              <a:t>Leadership Update: No</a:t>
            </a:r>
          </a:p>
          <a:p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E55EBD-1B16-433A-2B82-E65DC5EA1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 (IETF#124)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56CA9C-7437-7A9E-8A7D-F2499DC1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282288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e1fccfb-80ca-4fe1-a574-1516544edb53}" enabled="1" method="Standard" siteId="{364e5b87-c1c7-420d-9bee-c35d19b557a1}" removed="0"/>
  <clbl:label id="{92e84ceb-fbfd-47ab-be52-080c6b87953f}" enabled="0" method="" siteId="{92e84ceb-fbfd-47ab-be52-080c6b87953f}" removed="1"/>
  <clbl:label id="{e6c818a6-e1a0-4a6e-a969-20d857c5dc62}" enabled="1" method="Standard" siteId="{90c7a20a-f34b-40bf-bc48-b9253b6f5d2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Widescreen</PresentationFormat>
  <Paragraphs>32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IP Performance Measurement (IPPM)</vt:lpstr>
      <vt:lpstr>Performance Metrics Directorate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BOUCADAIR Mohamed INNOV/NET</dc:creator>
  <cp:lastModifiedBy>Graf Thomas, SCS-INI-NET-VNC-E2E</cp:lastModifiedBy>
  <cp:revision>4</cp:revision>
  <dcterms:created xsi:type="dcterms:W3CDTF">2025-06-10T08:42:21Z</dcterms:created>
  <dcterms:modified xsi:type="dcterms:W3CDTF">2026-03-08T10:05:22Z</dcterms:modified>
</cp:coreProperties>
</file>