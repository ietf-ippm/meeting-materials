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79" autoAdjust="0"/>
    <p:restoredTop sz="86438" autoAdjust="0"/>
  </p:normalViewPr>
  <p:slideViewPr>
    <p:cSldViewPr snapToGrid="0">
      <p:cViewPr varScale="1">
        <p:scale>
          <a:sx n="92" d="100"/>
          <a:sy n="92" d="100"/>
        </p:scale>
        <p:origin x="235" y="6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UCADAIR Mohamed INNOV/NET" userId="2acbca90-6db1-4111-98c4-832797dda751" providerId="ADAL" clId="{CA43D1E4-74F3-4442-A00E-946051554002}"/>
    <pc:docChg chg="custSel modSld">
      <pc:chgData name="BOUCADAIR Mohamed INNOV/NET" userId="2acbca90-6db1-4111-98c4-832797dda751" providerId="ADAL" clId="{CA43D1E4-74F3-4442-A00E-946051554002}" dt="2025-10-21T09:19:00.166" v="45" actId="5793"/>
      <pc:docMkLst>
        <pc:docMk/>
      </pc:docMkLst>
      <pc:sldChg chg="modSp mod">
        <pc:chgData name="BOUCADAIR Mohamed INNOV/NET" userId="2acbca90-6db1-4111-98c4-832797dda751" providerId="ADAL" clId="{CA43D1E4-74F3-4442-A00E-946051554002}" dt="2025-10-21T09:19:00.166" v="45" actId="5793"/>
        <pc:sldMkLst>
          <pc:docMk/>
          <pc:sldMk cId="132822887" sldId="257"/>
        </pc:sldMkLst>
      </pc:sldChg>
    </pc:docChg>
  </pc:docChgLst>
  <pc:docChgLst>
    <pc:chgData name="BOUCADAIR Mohamed INNOV/NET" userId="2acbca90-6db1-4111-98c4-832797dda751" providerId="ADAL" clId="{A64BD271-A47C-4266-84F7-4325E25623CE}"/>
    <pc:docChg chg="custSel modSld">
      <pc:chgData name="BOUCADAIR Mohamed INNOV/NET" userId="2acbca90-6db1-4111-98c4-832797dda751" providerId="ADAL" clId="{A64BD271-A47C-4266-84F7-4325E25623CE}" dt="2026-06-17T14:23:17.706" v="6" actId="20577"/>
      <pc:docMkLst>
        <pc:docMk/>
      </pc:docMkLst>
      <pc:sldChg chg="modSp mod">
        <pc:chgData name="BOUCADAIR Mohamed INNOV/NET" userId="2acbca90-6db1-4111-98c4-832797dda751" providerId="ADAL" clId="{A64BD271-A47C-4266-84F7-4325E25623CE}" dt="2026-06-17T14:23:17.706" v="6" actId="20577"/>
        <pc:sldMkLst>
          <pc:docMk/>
          <pc:sldMk cId="132822887" sldId="257"/>
        </pc:sldMkLst>
        <pc:spChg chg="mod">
          <ac:chgData name="BOUCADAIR Mohamed INNOV/NET" userId="2acbca90-6db1-4111-98c4-832797dda751" providerId="ADAL" clId="{A64BD271-A47C-4266-84F7-4325E25623CE}" dt="2026-06-17T14:23:08.729" v="5" actId="20577"/>
          <ac:spMkLst>
            <pc:docMk/>
            <pc:sldMk cId="132822887" sldId="257"/>
            <ac:spMk id="3" creationId="{5082E14F-0499-0D67-CCEB-98C164D73BB5}"/>
          </ac:spMkLst>
        </pc:spChg>
        <pc:spChg chg="mod">
          <ac:chgData name="BOUCADAIR Mohamed INNOV/NET" userId="2acbca90-6db1-4111-98c4-832797dda751" providerId="ADAL" clId="{A64BD271-A47C-4266-84F7-4325E25623CE}" dt="2026-06-17T14:23:17.706" v="6" actId="20577"/>
          <ac:spMkLst>
            <pc:docMk/>
            <pc:sldMk cId="132822887" sldId="257"/>
            <ac:spMk id="5" creationId="{CBE55EBD-1B16-433A-2B82-E65DC5EA1A5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3813BE-9644-4EB0-A6C4-0B9517916EF9}" type="datetimeFigureOut">
              <a:rPr lang="fr-FR" smtClean="0"/>
              <a:t>08/07/2026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D3F37D-BF49-4E40-8231-8F5CF7906328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25894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D3F37D-BF49-4E40-8231-8F5CF7906328}" type="slidenum">
              <a:rPr lang="fr-FR" smtClean="0"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093801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ECF847-9D6D-1DA0-A5D8-10C6F99FDB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CE2D889-B679-C0E0-AF90-00847D55D9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80BC217-0853-988C-FDAA-D3D44FDE5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A2D09-215D-4610-87DE-176F93FAFFFB}" type="datetime1">
              <a:rPr lang="fr-FR" smtClean="0"/>
              <a:t>08/07/2026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B1B9BC2-D238-88DD-9EC0-B9544C13D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State of the OPSAREA Nation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B733819-67B3-07B3-1523-2FDD5F74F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3A980-FD81-4507-8C36-7D223EFDC6B4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58401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022CD3-133E-B112-BF71-A52EEFF1D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21F329F-ABC8-B742-850F-B82146138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2D809C6-D516-E9D3-1853-8DF9EE1F6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ACCCC-DFCC-4756-9119-F1F4182DEE79}" type="datetime1">
              <a:rPr lang="fr-FR" smtClean="0"/>
              <a:t>08/07/2026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28A5374-A1CB-7F2D-630E-3CE477F19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State of the OPSAREA Nation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959D3C9-5AC6-A267-D2A8-147DD07F2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3A980-FD81-4507-8C36-7D223EFDC6B4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16886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464B3A-99CF-3292-EF24-B415601DC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54CFD4F-1FE4-9AB0-6818-AE79890087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753FF20-16E1-4CE9-9DF6-42536FD75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6DA53-6888-4012-9540-B1A2D306F057}" type="datetime1">
              <a:rPr lang="fr-FR" smtClean="0"/>
              <a:t>08/07/2026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4B06DBA-D7F9-8BF5-1CCE-88F8067EB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State of the OPSAREA Nation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323B1FC-9E8E-3A5F-8BD3-CF8810F07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3A980-FD81-4507-8C36-7D223EFDC6B4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00396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49B6BF-3982-3762-9481-6C29B49CA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D0F4F63-B247-A47A-562F-CBB6CD2280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F090F6E-8F2C-136E-D160-F5B938BF60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69BC5D7-8D22-C40E-6E22-C3F4D860C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12EA3-61AF-4B68-96B7-FD0EF5B6D1CF}" type="datetime1">
              <a:rPr lang="fr-FR" smtClean="0"/>
              <a:t>08/07/2026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C5DBC7F-78FE-5B6D-D02D-CEF1A40C4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State of the OPSAREA Nation</a:t>
            </a:r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70BB8DE-8B44-D99B-FBF7-DA27824F6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3A980-FD81-4507-8C36-7D223EFDC6B4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13134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E6B1E6-4068-A95F-7719-38EC3A9CB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0087445-2DE4-F4CE-E569-AC5057CC5B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287634C-61CD-CEB6-F147-DAC205FB77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2E34D6D-C220-F3E6-3091-46241BBCBE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CE7FF3C-9359-771A-295E-86F6759EB4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E1F17CA6-89AB-77B2-6DA8-B396A1274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F3E34-6190-4D3B-AA13-9C745685F55B}" type="datetime1">
              <a:rPr lang="fr-FR" smtClean="0"/>
              <a:t>08/07/2026</a:t>
            </a:fld>
            <a:endParaRPr lang="fr-FR" dirty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6D1F000-9C5C-6D16-E94D-C958E62FA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State of the OPSAREA Nation</a:t>
            </a:r>
            <a:endParaRPr lang="fr-FR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2443E45-4770-0B98-DF1F-38A3BD2A0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3A980-FD81-4507-8C36-7D223EFDC6B4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08042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4DE97B-900A-7B90-D568-38DD53882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0C35EA8-361B-A149-AD65-5D72A0518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0672A-08CA-4958-B194-97B82EC017A1}" type="datetime1">
              <a:rPr lang="fr-FR" smtClean="0"/>
              <a:t>08/07/2026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4C43E95-0F3B-7AA1-7348-7F0BF01FF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State of the OPSAREA Nation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9AA3F42-923F-BD08-4393-18B0172BD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3A980-FD81-4507-8C36-7D223EFDC6B4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88756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2EB279A-F3CD-33D3-EA27-016F268A3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B3D01-0A26-4955-A3B9-82886643D6B4}" type="datetime1">
              <a:rPr lang="fr-FR" smtClean="0"/>
              <a:t>08/07/2026</a:t>
            </a:fld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B1FAC42-A37D-775D-B2C7-4761A68DA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State of the OPSAREA Nation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0C5BD1F-18D9-C57E-DB0C-EEB39D11B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3A980-FD81-4507-8C36-7D223EFDC6B4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89091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7E9BA2-99B5-84A9-1761-D615F942F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C6BCA8D-6065-496B-1D95-55D20C1580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020A9BB-5962-0C2B-0A47-44B2AE271B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2F688F2-7FF1-1A25-3029-1887998D6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4B2D0-68E8-43E1-BC8F-2FA077EAE1FE}" type="datetime1">
              <a:rPr lang="fr-FR" smtClean="0"/>
              <a:t>08/07/2026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7219BBF-6719-C327-AFE7-CB99673A7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State of the OPSAREA Nation</a:t>
            </a:r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EFE7842-F323-78D6-AFEC-CC527142D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3A980-FD81-4507-8C36-7D223EFDC6B4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85042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F6DC9D-B62D-358B-1D1E-107CF87D5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3A609BC4-BB25-4E0C-148E-65DA0EEA28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69A923F-5B8A-443B-B290-50E4E17BA4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AF42D6D-9BE2-2E42-A82C-67D260624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352CE-85DA-4448-A952-A5096EB6C4CB}" type="datetime1">
              <a:rPr lang="fr-FR" smtClean="0"/>
              <a:t>08/07/2026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265D3CB-CE39-EAEA-B52B-9F8F6B4C7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State of the OPSAREA Nation</a:t>
            </a:r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7FD9C42-1A07-3665-5E46-E085C76A9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3A980-FD81-4507-8C36-7D223EFDC6B4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76841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DA5D150-95DB-AF11-B4EA-7431A0FDB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19620BD-22BF-B48F-EAD1-B0A616745F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7BFA904-3D88-EF8B-65F3-823E378AC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B3DBA-070E-4070-BF49-61ED05E982A8}" type="datetime1">
              <a:rPr lang="fr-FR" smtClean="0"/>
              <a:t>08/07/2026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E440F60-F7FC-C7FB-988B-A45ED5251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State of the OPSAREA Nation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D451192-4578-D6B0-F723-66B25E278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3A980-FD81-4507-8C36-7D223EFDC6B4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0199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485F695-1EEF-BB93-585A-ECE8AF1874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F7F644B-2AA7-C062-BEF5-2B63F970D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3CF99E4-CBD7-2C3C-FCD6-2CAA4A598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1926C-C024-4DC6-8C34-EC76F14394CD}" type="datetime1">
              <a:rPr lang="fr-FR" smtClean="0"/>
              <a:t>08/07/2026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5E78E49-A527-D9C9-9C4D-FE91DDB0B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State of the OPSAREA Nation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5C996A4-0850-DBB6-808C-4E85BBA0A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3A980-FD81-4507-8C36-7D223EFDC6B4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98659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0908114-F54D-703B-5897-9BACC3FD6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A6813AA-1932-60F0-4C8F-B68D24CDB2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62A9375-7A6F-1C85-FF40-9BEDD29E8E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B112E7-EB8B-4390-BCC3-B52E854F5AF2}" type="datetime1">
              <a:rPr lang="fr-FR" smtClean="0"/>
              <a:t>08/07/2026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7B2D9DD-0A78-B010-8346-AA4E543539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State of the OPSAREA Nation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507BE1D-05FA-B80C-CACD-8873DE425D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83A980-FD81-4507-8C36-7D223EFDC6B4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08697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41F4A8-32C7-087F-ADC5-EC992FA45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Benchmarking Methodology Working Group (BMWG) &amp; </a:t>
            </a:r>
            <a:r>
              <a:rPr lang="en-US" noProof="0" dirty="0"/>
              <a:t>IP Performance Measurement (IPPM)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082E14F-0499-0D67-CCEB-98C164D73B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7332"/>
            <a:ext cx="10515600" cy="4729018"/>
          </a:xfrm>
        </p:spPr>
        <p:txBody>
          <a:bodyPr numCol="2">
            <a:normAutofit fontScale="85000" lnSpcReduction="20000"/>
          </a:bodyPr>
          <a:lstStyle/>
          <a:p>
            <a:r>
              <a:rPr lang="en-US" b="1" dirty="0"/>
              <a:t>Current WG Hot Topics/Main Issues</a:t>
            </a:r>
          </a:p>
          <a:p>
            <a:pPr lvl="1"/>
            <a:r>
              <a:rPr lang="en-US" dirty="0"/>
              <a:t>Alternate-Marking Deployment framework and YANG Data Model to be finalized.</a:t>
            </a:r>
          </a:p>
          <a:p>
            <a:pPr lvl="1"/>
            <a:r>
              <a:rPr lang="en-US" dirty="0"/>
              <a:t>STAMP Extensions for Reflecting STAMP Packet IP Headers and for </a:t>
            </a:r>
            <a:r>
              <a:rPr lang="en-US" sz="2400" noProof="0" dirty="0"/>
              <a:t>COS TLV to support ECN</a:t>
            </a:r>
          </a:p>
          <a:p>
            <a:pPr lvl="1"/>
            <a:r>
              <a:rPr lang="en-US" dirty="0"/>
              <a:t>Cooperation with CCAMP about a new work on measurement collection that can be generalized in IPPM</a:t>
            </a:r>
          </a:p>
          <a:p>
            <a:pPr lvl="1"/>
            <a:r>
              <a:rPr lang="en-US" dirty="0"/>
              <a:t>AI Network Fabrics (Training and Inference) Benchmarking</a:t>
            </a:r>
          </a:p>
          <a:p>
            <a:pPr lvl="1"/>
            <a:r>
              <a:rPr lang="en-US" dirty="0"/>
              <a:t>Benchmarking Methodology for technologies developed in other SDOs or IETF WGs: e.g. Segment Routing, GREEN, CATS,…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b="1" dirty="0"/>
              <a:t>Main Achievements Since IETF#125</a:t>
            </a:r>
          </a:p>
          <a:p>
            <a:pPr lvl="1"/>
            <a:r>
              <a:rPr lang="en-US" sz="2200" u="sng" dirty="0"/>
              <a:t>draft-</a:t>
            </a:r>
            <a:r>
              <a:rPr lang="en-US" sz="2200" u="sng" dirty="0" err="1"/>
              <a:t>ietf</a:t>
            </a:r>
            <a:r>
              <a:rPr lang="en-US" sz="2200" u="sng" dirty="0"/>
              <a:t>-ippm-</a:t>
            </a:r>
            <a:r>
              <a:rPr lang="en-US" sz="2200" u="sng" dirty="0" err="1"/>
              <a:t>qoo</a:t>
            </a:r>
            <a:r>
              <a:rPr lang="en-US" sz="2200" dirty="0"/>
              <a:t>, </a:t>
            </a:r>
            <a:r>
              <a:rPr lang="en-US" sz="2200" u="sng" dirty="0"/>
              <a:t>draft-</a:t>
            </a:r>
            <a:r>
              <a:rPr lang="en-US" sz="2200" u="sng" dirty="0" err="1"/>
              <a:t>ietf</a:t>
            </a:r>
            <a:r>
              <a:rPr lang="en-US" sz="2200" u="sng" dirty="0"/>
              <a:t>-ippm-</a:t>
            </a:r>
            <a:r>
              <a:rPr lang="en-US" sz="2200" u="sng" dirty="0" err="1"/>
              <a:t>ioam</a:t>
            </a:r>
            <a:r>
              <a:rPr lang="en-US" sz="2200" u="sng" dirty="0"/>
              <a:t>-data-integrity</a:t>
            </a:r>
            <a:r>
              <a:rPr lang="en-US" sz="2200" dirty="0"/>
              <a:t> and </a:t>
            </a:r>
            <a:r>
              <a:rPr lang="en-US" sz="2200" u="sng" dirty="0"/>
              <a:t>draft-</a:t>
            </a:r>
            <a:r>
              <a:rPr lang="en-US" sz="2200" u="sng" dirty="0" err="1"/>
              <a:t>ietf</a:t>
            </a:r>
            <a:r>
              <a:rPr lang="en-US" sz="2200" u="sng" dirty="0"/>
              <a:t>-ippm-</a:t>
            </a:r>
            <a:r>
              <a:rPr lang="en-US" sz="2200" u="sng" dirty="0" err="1"/>
              <a:t>ioam</a:t>
            </a:r>
            <a:r>
              <a:rPr lang="en-US" sz="2200" u="sng" dirty="0"/>
              <a:t>-integrity-yang</a:t>
            </a:r>
            <a:r>
              <a:rPr lang="en-US" sz="2200" dirty="0"/>
              <a:t> in RFC Ed Queue</a:t>
            </a:r>
          </a:p>
          <a:p>
            <a:pPr lvl="1"/>
            <a:r>
              <a:rPr lang="en-US" sz="2200" u="sng" dirty="0"/>
              <a:t>draft-</a:t>
            </a:r>
            <a:r>
              <a:rPr lang="en-US" sz="2200" u="sng" dirty="0" err="1"/>
              <a:t>ietf</a:t>
            </a:r>
            <a:r>
              <a:rPr lang="en-US" sz="2200" u="sng" dirty="0"/>
              <a:t>-bmwg-network-tester-</a:t>
            </a:r>
            <a:r>
              <a:rPr lang="en-US" sz="2200" u="sng" dirty="0" err="1"/>
              <a:t>cfg</a:t>
            </a:r>
            <a:r>
              <a:rPr lang="en-US" sz="2200" dirty="0"/>
              <a:t> in RFC Ed Queue </a:t>
            </a:r>
          </a:p>
          <a:p>
            <a:pPr lvl="1"/>
            <a:r>
              <a:rPr lang="en-US" sz="2200" u="sng" dirty="0"/>
              <a:t>draft-</a:t>
            </a:r>
            <a:r>
              <a:rPr lang="en-US" sz="2200" u="sng" dirty="0" err="1"/>
              <a:t>ietf</a:t>
            </a:r>
            <a:r>
              <a:rPr lang="en-US" sz="2200" u="sng" dirty="0"/>
              <a:t>-bmwg-</a:t>
            </a:r>
            <a:r>
              <a:rPr lang="en-US" sz="2200" u="sng" dirty="0" err="1"/>
              <a:t>sr</a:t>
            </a:r>
            <a:r>
              <a:rPr lang="en-US" sz="2200" u="sng" dirty="0"/>
              <a:t>-bench-meth</a:t>
            </a:r>
            <a:r>
              <a:rPr lang="en-US" sz="2200" dirty="0"/>
              <a:t> in AD Review</a:t>
            </a:r>
          </a:p>
          <a:p>
            <a:pPr lvl="1"/>
            <a:r>
              <a:rPr lang="en-US" sz="2200" u="sng" dirty="0"/>
              <a:t>draft-</a:t>
            </a:r>
            <a:r>
              <a:rPr lang="en-US" sz="2200" u="sng" dirty="0" err="1"/>
              <a:t>ietf</a:t>
            </a:r>
            <a:r>
              <a:rPr lang="en-US" sz="2200" u="sng" dirty="0"/>
              <a:t>-ippm-alt-mark-deployment</a:t>
            </a:r>
            <a:r>
              <a:rPr lang="en-US" sz="2200" dirty="0"/>
              <a:t> and</a:t>
            </a:r>
            <a:r>
              <a:rPr lang="en-US" sz="2200" u="sng" dirty="0"/>
              <a:t> draft-</a:t>
            </a:r>
            <a:r>
              <a:rPr lang="en-US" sz="2200" u="sng" dirty="0" err="1"/>
              <a:t>ietf</a:t>
            </a:r>
            <a:r>
              <a:rPr lang="en-US" sz="2200" u="sng" dirty="0"/>
              <a:t>-ippm-alt-mark-yang</a:t>
            </a:r>
            <a:r>
              <a:rPr lang="en-US" sz="2200" dirty="0"/>
              <a:t> concluded the WGLC</a:t>
            </a:r>
          </a:p>
          <a:p>
            <a:pPr lvl="1"/>
            <a:r>
              <a:rPr lang="en-US" sz="2200" u="sng" dirty="0"/>
              <a:t>draft-</a:t>
            </a:r>
            <a:r>
              <a:rPr lang="en-US" sz="2200" u="sng" dirty="0" err="1"/>
              <a:t>ietf</a:t>
            </a:r>
            <a:r>
              <a:rPr lang="en-US" sz="2200" u="sng" dirty="0"/>
              <a:t>-ippm-stamp-</a:t>
            </a:r>
            <a:r>
              <a:rPr lang="en-US" sz="2200" u="sng" dirty="0" err="1"/>
              <a:t>ext</a:t>
            </a:r>
            <a:r>
              <a:rPr lang="en-US" sz="2200" u="sng" dirty="0"/>
              <a:t>-</a:t>
            </a:r>
            <a:r>
              <a:rPr lang="en-US" sz="2200" u="sng" dirty="0" err="1"/>
              <a:t>hdr</a:t>
            </a:r>
            <a:r>
              <a:rPr lang="en-US" sz="2200" dirty="0"/>
              <a:t> in WGLC</a:t>
            </a:r>
          </a:p>
          <a:p>
            <a:pPr lvl="1"/>
            <a:r>
              <a:rPr lang="en-US" sz="2200" dirty="0"/>
              <a:t>Joint IPPM/BMWG sessions working well</a:t>
            </a:r>
          </a:p>
          <a:p>
            <a:r>
              <a:rPr lang="en-US" b="1" dirty="0"/>
              <a:t>Admin Changes Since IETF#125</a:t>
            </a:r>
          </a:p>
          <a:p>
            <a:pPr lvl="1"/>
            <a:r>
              <a:rPr lang="en-US" dirty="0"/>
              <a:t>Charter Update: joint charter proposal</a:t>
            </a:r>
            <a:endParaRPr lang="en-US" b="1" dirty="0"/>
          </a:p>
          <a:p>
            <a:pPr lvl="1"/>
            <a:r>
              <a:rPr lang="en-US" dirty="0"/>
              <a:t>Leadership Update: No</a:t>
            </a:r>
          </a:p>
          <a:p>
            <a:pPr marL="228600" lvl="1">
              <a:spcBef>
                <a:spcPts val="1000"/>
              </a:spcBef>
            </a:pPr>
            <a:r>
              <a:rPr lang="en-US" sz="2800" b="1" noProof="0" dirty="0" err="1"/>
              <a:t>Perfmetrdir</a:t>
            </a:r>
            <a:r>
              <a:rPr lang="en-US" sz="2800" b="1" noProof="0" dirty="0"/>
              <a:t> Updates Since IETF#125</a:t>
            </a:r>
          </a:p>
          <a:p>
            <a:pPr lvl="1"/>
            <a:r>
              <a:rPr lang="en-US" sz="2500" noProof="0" dirty="0"/>
              <a:t>none</a:t>
            </a:r>
          </a:p>
          <a:p>
            <a:endParaRPr lang="en-US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BE55EBD-1B16-433A-2B82-E65DC5EA1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State of the OPSAREA Nation (IETF#126)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956CA9C-7437-7A9E-8A7D-F2499DC18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3A980-FD81-4507-8C36-7D223EFDC6B4}" type="slidenum">
              <a:rPr lang="fr-FR" smtClean="0"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282288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7222825-62ea-40f3-96b5-5375c07996e2}" enabled="1" method="Privileged" siteId="{90c7a20a-f34b-40bf-bc48-b9253b6f5d2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170</Words>
  <Application>Microsoft Office PowerPoint</Application>
  <PresentationFormat>Widescreen</PresentationFormat>
  <Paragraphs>23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Benchmarking Methodology Working Group (BMWG) &amp; IP Performance Measurement (IPPM)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WG</dc:title>
  <dc:creator>BOUCADAIR Mohamed INNOV/NET</dc:creator>
  <cp:lastModifiedBy>Giuseppe Fioccola</cp:lastModifiedBy>
  <cp:revision>9</cp:revision>
  <dcterms:created xsi:type="dcterms:W3CDTF">2025-06-10T08:42:21Z</dcterms:created>
  <dcterms:modified xsi:type="dcterms:W3CDTF">2026-07-08T20:27:30Z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8f49a32-fde3-48a5-9266-b5b0972a22dc_Enabled">
    <vt:lpwstr>true</vt:lpwstr>
  </property>
  <property fmtid="{D5CDD505-2E9C-101B-9397-08002B2CF9AE}" pid="3" name="MSIP_Label_c8f49a32-fde3-48a5-9266-b5b0972a22dc_SetDate">
    <vt:lpwstr>2025-07-09T17:55:35Z</vt:lpwstr>
  </property>
  <property fmtid="{D5CDD505-2E9C-101B-9397-08002B2CF9AE}" pid="4" name="MSIP_Label_c8f49a32-fde3-48a5-9266-b5b0972a22dc_Method">
    <vt:lpwstr>Standard</vt:lpwstr>
  </property>
  <property fmtid="{D5CDD505-2E9C-101B-9397-08002B2CF9AE}" pid="5" name="MSIP_Label_c8f49a32-fde3-48a5-9266-b5b0972a22dc_Name">
    <vt:lpwstr>Cisco Confidential</vt:lpwstr>
  </property>
  <property fmtid="{D5CDD505-2E9C-101B-9397-08002B2CF9AE}" pid="6" name="MSIP_Label_c8f49a32-fde3-48a5-9266-b5b0972a22dc_SiteId">
    <vt:lpwstr>5ae1af62-9505-4097-a69a-c1553ef7840e</vt:lpwstr>
  </property>
  <property fmtid="{D5CDD505-2E9C-101B-9397-08002B2CF9AE}" pid="7" name="MSIP_Label_c8f49a32-fde3-48a5-9266-b5b0972a22dc_ActionId">
    <vt:lpwstr>a1425b22-715d-4ed7-90cb-c133718547d3</vt:lpwstr>
  </property>
  <property fmtid="{D5CDD505-2E9C-101B-9397-08002B2CF9AE}" pid="8" name="MSIP_Label_c8f49a32-fde3-48a5-9266-b5b0972a22dc_ContentBits">
    <vt:lpwstr>2</vt:lpwstr>
  </property>
  <property fmtid="{D5CDD505-2E9C-101B-9397-08002B2CF9AE}" pid="9" name="MSIP_Label_c8f49a32-fde3-48a5-9266-b5b0972a22dc_Tag">
    <vt:lpwstr>50, 3, 0, 1</vt:lpwstr>
  </property>
  <property fmtid="{D5CDD505-2E9C-101B-9397-08002B2CF9AE}" pid="10" name="_readonly">
    <vt:lpwstr/>
  </property>
  <property fmtid="{D5CDD505-2E9C-101B-9397-08002B2CF9AE}" pid="11" name="_change">
    <vt:lpwstr/>
  </property>
  <property fmtid="{D5CDD505-2E9C-101B-9397-08002B2CF9AE}" pid="12" name="_full-control">
    <vt:lpwstr/>
  </property>
  <property fmtid="{D5CDD505-2E9C-101B-9397-08002B2CF9AE}" pid="13" name="sflag">
    <vt:lpwstr>1783542262</vt:lpwstr>
  </property>
</Properties>
</file>