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4"/>
    <p:sldMasterId id="2147483665" r:id="rId5"/>
    <p:sldMasterId id="2147483666" r:id="rId6"/>
  </p:sldMasterIdLst>
  <p:notesMasterIdLst>
    <p:notesMasterId r:id="rId16"/>
  </p:notesMasterIdLst>
  <p:sldIdLst>
    <p:sldId id="256" r:id="rId7"/>
    <p:sldId id="272" r:id="rId8"/>
    <p:sldId id="258" r:id="rId9"/>
    <p:sldId id="259" r:id="rId10"/>
    <p:sldId id="261" r:id="rId11"/>
    <p:sldId id="263" r:id="rId12"/>
    <p:sldId id="264" r:id="rId13"/>
    <p:sldId id="273" r:id="rId14"/>
    <p:sldId id="260" r:id="rId15"/>
  </p:sldIdLst>
  <p:sldSz cx="9144000" cy="5143500" type="screen16x9"/>
  <p:notesSz cx="6858000" cy="9144000"/>
  <p:embeddedFontLst>
    <p:embeddedFont>
      <p:font typeface="Inter" panose="020B0604020202020204" charset="0"/>
      <p:regular r:id="rId17"/>
      <p:bold r:id="rId18"/>
      <p:italic r:id="rId19"/>
      <p:boldItalic r:id="rId20"/>
    </p:embeddedFont>
    <p:embeddedFont>
      <p:font typeface="Montserrat" panose="00000500000000000000" pitchFamily="2" charset="0"/>
      <p:regular r:id="rId21"/>
      <p:bold r:id="rId22"/>
      <p:italic r:id="rId23"/>
      <p:boldItalic r:id="rId24"/>
    </p:embeddedFont>
    <p:embeddedFont>
      <p:font typeface="Open Sans" panose="020B0606030504020204" pitchFamily="34" charset="0"/>
      <p:regular r:id="rId25"/>
      <p:bold r:id="rId26"/>
      <p:italic r:id="rId27"/>
      <p:boldItalic r:id="rId28"/>
    </p:embeddedFont>
    <p:embeddedFont>
      <p:font typeface="Open Sans Medium" panose="020B0604020202020204" charset="0"/>
      <p:regular r:id="rId29"/>
      <p:bold r:id="rId30"/>
      <p:italic r:id="rId31"/>
      <p:boldItalic r:id="rId32"/>
    </p:embeddedFont>
    <p:embeddedFont>
      <p:font typeface="Open Sans SemiBold" panose="020B0706030804020204" pitchFamily="34" charset="0"/>
      <p:bold r:id="rId33"/>
      <p:boldItalic r:id="rId34"/>
    </p:embeddedFont>
    <p:embeddedFont>
      <p:font typeface="Roboto"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4.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52F89B06-B397-4BA4-9DB6-8A81C30956C2}"/>
    <pc:docChg chg="addSld delSld modSld">
      <pc:chgData name="Graf Thomas, SCS-INI-NET-VNC-E2E" userId="487bc3e3-9ce7-4cdd-b7b4-8899ea88d289" providerId="ADAL" clId="{52F89B06-B397-4BA4-9DB6-8A81C30956C2}" dt="2025-11-04T14:39:54.897" v="2" actId="47"/>
      <pc:docMkLst>
        <pc:docMk/>
      </pc:docMkLst>
      <pc:sldChg chg="del">
        <pc:chgData name="Graf Thomas, SCS-INI-NET-VNC-E2E" userId="487bc3e3-9ce7-4cdd-b7b4-8899ea88d289" providerId="ADAL" clId="{52F89B06-B397-4BA4-9DB6-8A81C30956C2}" dt="2025-11-04T14:39:54.897" v="2" actId="47"/>
        <pc:sldMkLst>
          <pc:docMk/>
          <pc:sldMk cId="0" sldId="257"/>
        </pc:sldMkLst>
      </pc:sldChg>
      <pc:sldChg chg="add del">
        <pc:chgData name="Graf Thomas, SCS-INI-NET-VNC-E2E" userId="487bc3e3-9ce7-4cdd-b7b4-8899ea88d289" providerId="ADAL" clId="{52F89B06-B397-4BA4-9DB6-8A81C30956C2}" dt="2025-11-04T14:39:38.974" v="1"/>
        <pc:sldMkLst>
          <pc:docMk/>
          <pc:sldMk cId="0" sldId="272"/>
        </pc:sldMkLst>
      </pc:sldChg>
    </pc:docChg>
  </pc:docChgLst>
  <pc:docChgLst>
    <pc:chgData name="Marcus Ihlar" userId="3466507a-8f95-47f2-ae1b-ce7d6ca611a4" providerId="ADAL" clId="{AED546ED-D998-4FD7-8756-673BE2DDCF49}"/>
    <pc:docChg chg="modSld">
      <pc:chgData name="Marcus Ihlar" userId="3466507a-8f95-47f2-ae1b-ce7d6ca611a4" providerId="ADAL" clId="{AED546ED-D998-4FD7-8756-673BE2DDCF49}" dt="2025-07-16T10:35:22.434" v="10" actId="20577"/>
      <pc:docMkLst>
        <pc:docMk/>
      </pc:docMkLst>
      <pc:sldChg chg="modSp mod">
        <pc:chgData name="Marcus Ihlar" userId="3466507a-8f95-47f2-ae1b-ce7d6ca611a4" providerId="ADAL" clId="{AED546ED-D998-4FD7-8756-673BE2DDCF49}" dt="2025-07-16T10:35:22.434" v="10" actId="20577"/>
        <pc:sldMkLst>
          <pc:docMk/>
          <pc:sldMk cId="0" sldId="256"/>
        </pc:sldMkLst>
      </pc:sldChg>
      <pc:sldChg chg="modSp mod">
        <pc:chgData name="Marcus Ihlar" userId="3466507a-8f95-47f2-ae1b-ce7d6ca611a4" providerId="ADAL" clId="{AED546ED-D998-4FD7-8756-673BE2DDCF49}" dt="2025-07-16T10:18:57.833" v="8" actId="20577"/>
        <pc:sldMkLst>
          <pc:docMk/>
          <pc:sldMk cId="2128497270" sldId="269"/>
        </pc:sldMkLst>
      </pc:sldChg>
    </pc:docChg>
  </pc:docChgLst>
  <pc:docChgLst>
    <pc:chgData name="Graf Thomas, SCS-INI-NET-VNC-E2E" userId="487bc3e3-9ce7-4cdd-b7b4-8899ea88d289" providerId="ADAL" clId="{4403439A-50EC-49D8-B7F6-3D7264685FDE}"/>
    <pc:docChg chg="undo custSel addSld modSld sldOrd">
      <pc:chgData name="Graf Thomas, SCS-INI-NET-VNC-E2E" userId="487bc3e3-9ce7-4cdd-b7b4-8899ea88d289" providerId="ADAL" clId="{4403439A-50EC-49D8-B7F6-3D7264685FDE}" dt="2025-07-21T05:25:01.641" v="1423" actId="1076"/>
      <pc:docMkLst>
        <pc:docMk/>
      </pc:docMkLst>
      <pc:sldChg chg="modSp mod">
        <pc:chgData name="Graf Thomas, SCS-INI-NET-VNC-E2E" userId="487bc3e3-9ce7-4cdd-b7b4-8899ea88d289" providerId="ADAL" clId="{4403439A-50EC-49D8-B7F6-3D7264685FDE}" dt="2025-07-10T05:43:59.555" v="6" actId="20577"/>
        <pc:sldMkLst>
          <pc:docMk/>
          <pc:sldMk cId="0" sldId="256"/>
        </pc:sldMkLst>
      </pc:sldChg>
      <pc:sldChg chg="ord">
        <pc:chgData name="Graf Thomas, SCS-INI-NET-VNC-E2E" userId="487bc3e3-9ce7-4cdd-b7b4-8899ea88d289" providerId="ADAL" clId="{4403439A-50EC-49D8-B7F6-3D7264685FDE}" dt="2025-07-10T06:22:20.341" v="686"/>
        <pc:sldMkLst>
          <pc:docMk/>
          <pc:sldMk cId="0" sldId="259"/>
        </pc:sldMkLst>
      </pc:sldChg>
      <pc:sldChg chg="modSp mod">
        <pc:chgData name="Graf Thomas, SCS-INI-NET-VNC-E2E" userId="487bc3e3-9ce7-4cdd-b7b4-8899ea88d289" providerId="ADAL" clId="{4403439A-50EC-49D8-B7F6-3D7264685FDE}" dt="2025-07-10T05:48:14.572" v="76" actId="20577"/>
        <pc:sldMkLst>
          <pc:docMk/>
          <pc:sldMk cId="0" sldId="260"/>
        </pc:sldMkLst>
      </pc:sldChg>
      <pc:sldChg chg="modSp mod">
        <pc:chgData name="Graf Thomas, SCS-INI-NET-VNC-E2E" userId="487bc3e3-9ce7-4cdd-b7b4-8899ea88d289" providerId="ADAL" clId="{4403439A-50EC-49D8-B7F6-3D7264685FDE}" dt="2025-07-10T05:44:34.935" v="15" actId="20577"/>
        <pc:sldMkLst>
          <pc:docMk/>
          <pc:sldMk cId="3471097262" sldId="261"/>
        </pc:sldMkLst>
      </pc:sldChg>
      <pc:sldChg chg="addSp delSp modSp mod">
        <pc:chgData name="Graf Thomas, SCS-INI-NET-VNC-E2E" userId="487bc3e3-9ce7-4cdd-b7b4-8899ea88d289" providerId="ADAL" clId="{4403439A-50EC-49D8-B7F6-3D7264685FDE}" dt="2025-07-21T05:25:01.641" v="1423" actId="1076"/>
        <pc:sldMkLst>
          <pc:docMk/>
          <pc:sldMk cId="2332748115" sldId="263"/>
        </pc:sldMkLst>
      </pc:sldChg>
      <pc:sldChg chg="addSp delSp modSp mod">
        <pc:chgData name="Graf Thomas, SCS-INI-NET-VNC-E2E" userId="487bc3e3-9ce7-4cdd-b7b4-8899ea88d289" providerId="ADAL" clId="{4403439A-50EC-49D8-B7F6-3D7264685FDE}" dt="2025-07-14T15:38:27.636" v="757" actId="1076"/>
        <pc:sldMkLst>
          <pc:docMk/>
          <pc:sldMk cId="703495152" sldId="264"/>
        </pc:sldMkLst>
      </pc:sldChg>
      <pc:sldChg chg="modSp mod">
        <pc:chgData name="Graf Thomas, SCS-INI-NET-VNC-E2E" userId="487bc3e3-9ce7-4cdd-b7b4-8899ea88d289" providerId="ADAL" clId="{4403439A-50EC-49D8-B7F6-3D7264685FDE}" dt="2025-07-10T06:06:38.835" v="223" actId="14100"/>
        <pc:sldMkLst>
          <pc:docMk/>
          <pc:sldMk cId="1372742302" sldId="266"/>
        </pc:sldMkLst>
      </pc:sldChg>
      <pc:sldChg chg="modSp add mod">
        <pc:chgData name="Graf Thomas, SCS-INI-NET-VNC-E2E" userId="487bc3e3-9ce7-4cdd-b7b4-8899ea88d289" providerId="ADAL" clId="{4403439A-50EC-49D8-B7F6-3D7264685FDE}" dt="2025-07-10T06:00:40.529" v="209" actId="20577"/>
        <pc:sldMkLst>
          <pc:docMk/>
          <pc:sldMk cId="1383312952" sldId="267"/>
        </pc:sldMkLst>
      </pc:sldChg>
      <pc:sldChg chg="modSp add mod ord">
        <pc:chgData name="Graf Thomas, SCS-INI-NET-VNC-E2E" userId="487bc3e3-9ce7-4cdd-b7b4-8899ea88d289" providerId="ADAL" clId="{4403439A-50EC-49D8-B7F6-3D7264685FDE}" dt="2025-07-10T06:00:34.413" v="207" actId="20577"/>
        <pc:sldMkLst>
          <pc:docMk/>
          <pc:sldMk cId="1659843495" sldId="268"/>
        </pc:sldMkLst>
      </pc:sldChg>
      <pc:sldChg chg="modSp add mod">
        <pc:chgData name="Graf Thomas, SCS-INI-NET-VNC-E2E" userId="487bc3e3-9ce7-4cdd-b7b4-8899ea88d289" providerId="ADAL" clId="{4403439A-50EC-49D8-B7F6-3D7264685FDE}" dt="2025-07-10T06:19:40.757" v="684" actId="20577"/>
        <pc:sldMkLst>
          <pc:docMk/>
          <pc:sldMk cId="2128497270" sldId="269"/>
        </pc:sldMkLst>
      </pc:sldChg>
      <pc:sldChg chg="modSp add mod ord">
        <pc:chgData name="Graf Thomas, SCS-INI-NET-VNC-E2E" userId="487bc3e3-9ce7-4cdd-b7b4-8899ea88d289" providerId="ADAL" clId="{4403439A-50EC-49D8-B7F6-3D7264685FDE}" dt="2025-07-15T09:01:50.650" v="1407" actId="20577"/>
        <pc:sldMkLst>
          <pc:docMk/>
          <pc:sldMk cId="2434865477" sldId="270"/>
        </pc:sldMkLst>
      </pc:sldChg>
      <pc:sldChg chg="addSp delSp modSp add mod">
        <pc:chgData name="Graf Thomas, SCS-INI-NET-VNC-E2E" userId="487bc3e3-9ce7-4cdd-b7b4-8899ea88d289" providerId="ADAL" clId="{4403439A-50EC-49D8-B7F6-3D7264685FDE}" dt="2025-07-14T15:38:57.390" v="780" actId="1076"/>
        <pc:sldMkLst>
          <pc:docMk/>
          <pc:sldMk cId="1859012803" sldId="271"/>
        </pc:sldMkLst>
      </pc:sldChg>
    </pc:docChg>
  </pc:docChgLst>
  <pc:docChgLst>
    <pc:chgData name="Graf Thomas, SCS-INI-NET-VNC-E2E" userId="487bc3e3-9ce7-4cdd-b7b4-8899ea88d289" providerId="ADAL" clId="{ADEEF08A-D719-4B50-A383-4105EDA2C206}"/>
    <pc:docChg chg="undo custSel addSld delSld modSld sldOrd">
      <pc:chgData name="Graf Thomas, SCS-INI-NET-VNC-E2E" userId="487bc3e3-9ce7-4cdd-b7b4-8899ea88d289" providerId="ADAL" clId="{ADEEF08A-D719-4B50-A383-4105EDA2C206}" dt="2026-07-22T04:54:20.006" v="2179" actId="1076"/>
      <pc:docMkLst>
        <pc:docMk/>
      </pc:docMkLst>
      <pc:sldChg chg="modSp mod">
        <pc:chgData name="Graf Thomas, SCS-INI-NET-VNC-E2E" userId="487bc3e3-9ce7-4cdd-b7b4-8899ea88d289" providerId="ADAL" clId="{ADEEF08A-D719-4B50-A383-4105EDA2C206}" dt="2026-07-16T09:49:40.618" v="2160" actId="20577"/>
        <pc:sldMkLst>
          <pc:docMk/>
          <pc:sldMk cId="0" sldId="256"/>
        </pc:sldMkLst>
        <pc:spChg chg="mod">
          <ac:chgData name="Graf Thomas, SCS-INI-NET-VNC-E2E" userId="487bc3e3-9ce7-4cdd-b7b4-8899ea88d289" providerId="ADAL" clId="{ADEEF08A-D719-4B50-A383-4105EDA2C206}" dt="2026-07-16T09:49:35.907" v="2159" actId="20577"/>
          <ac:spMkLst>
            <pc:docMk/>
            <pc:sldMk cId="0" sldId="256"/>
            <ac:spMk id="99" creationId="{00000000-0000-0000-0000-000000000000}"/>
          </ac:spMkLst>
        </pc:spChg>
        <pc:spChg chg="mod">
          <ac:chgData name="Graf Thomas, SCS-INI-NET-VNC-E2E" userId="487bc3e3-9ce7-4cdd-b7b4-8899ea88d289" providerId="ADAL" clId="{ADEEF08A-D719-4B50-A383-4105EDA2C206}" dt="2026-07-16T09:49:40.618" v="2160" actId="20577"/>
          <ac:spMkLst>
            <pc:docMk/>
            <pc:sldMk cId="0" sldId="256"/>
            <ac:spMk id="100" creationId="{00000000-0000-0000-0000-000000000000}"/>
          </ac:spMkLst>
        </pc:spChg>
      </pc:sldChg>
      <pc:sldChg chg="modSp mod">
        <pc:chgData name="Graf Thomas, SCS-INI-NET-VNC-E2E" userId="487bc3e3-9ce7-4cdd-b7b4-8899ea88d289" providerId="ADAL" clId="{ADEEF08A-D719-4B50-A383-4105EDA2C206}" dt="2026-07-16T09:09:16.330" v="864" actId="20577"/>
        <pc:sldMkLst>
          <pc:docMk/>
          <pc:sldMk cId="0" sldId="259"/>
        </pc:sldMkLst>
        <pc:spChg chg="mod">
          <ac:chgData name="Graf Thomas, SCS-INI-NET-VNC-E2E" userId="487bc3e3-9ce7-4cdd-b7b4-8899ea88d289" providerId="ADAL" clId="{ADEEF08A-D719-4B50-A383-4105EDA2C206}" dt="2026-07-16T09:09:16.330" v="864" actId="20577"/>
          <ac:spMkLst>
            <pc:docMk/>
            <pc:sldMk cId="0" sldId="259"/>
            <ac:spMk id="119" creationId="{00000000-0000-0000-0000-000000000000}"/>
          </ac:spMkLst>
        </pc:spChg>
      </pc:sldChg>
      <pc:sldChg chg="modSp mod modShow">
        <pc:chgData name="Graf Thomas, SCS-INI-NET-VNC-E2E" userId="487bc3e3-9ce7-4cdd-b7b4-8899ea88d289" providerId="ADAL" clId="{ADEEF08A-D719-4B50-A383-4105EDA2C206}" dt="2026-07-16T09:19:45.843" v="1133" actId="20577"/>
        <pc:sldMkLst>
          <pc:docMk/>
          <pc:sldMk cId="0" sldId="260"/>
        </pc:sldMkLst>
        <pc:spChg chg="mod">
          <ac:chgData name="Graf Thomas, SCS-INI-NET-VNC-E2E" userId="487bc3e3-9ce7-4cdd-b7b4-8899ea88d289" providerId="ADAL" clId="{ADEEF08A-D719-4B50-A383-4105EDA2C206}" dt="2026-07-16T09:19:45.843" v="1133" actId="20577"/>
          <ac:spMkLst>
            <pc:docMk/>
            <pc:sldMk cId="0" sldId="260"/>
            <ac:spMk id="128" creationId="{00000000-0000-0000-0000-000000000000}"/>
          </ac:spMkLst>
        </pc:spChg>
      </pc:sldChg>
      <pc:sldChg chg="modSp mod">
        <pc:chgData name="Graf Thomas, SCS-INI-NET-VNC-E2E" userId="487bc3e3-9ce7-4cdd-b7b4-8899ea88d289" providerId="ADAL" clId="{ADEEF08A-D719-4B50-A383-4105EDA2C206}" dt="2026-07-16T09:14:13.187" v="1068" actId="20577"/>
        <pc:sldMkLst>
          <pc:docMk/>
          <pc:sldMk cId="3471097262" sldId="261"/>
        </pc:sldMkLst>
        <pc:spChg chg="mod">
          <ac:chgData name="Graf Thomas, SCS-INI-NET-VNC-E2E" userId="487bc3e3-9ce7-4cdd-b7b4-8899ea88d289" providerId="ADAL" clId="{ADEEF08A-D719-4B50-A383-4105EDA2C206}" dt="2026-07-16T09:14:13.187" v="1068" actId="20577"/>
          <ac:spMkLst>
            <pc:docMk/>
            <pc:sldMk cId="3471097262" sldId="261"/>
            <ac:spMk id="3" creationId="{DA4A6F5D-9442-B583-BAB9-5A102B90EC22}"/>
          </ac:spMkLst>
        </pc:spChg>
      </pc:sldChg>
      <pc:sldChg chg="addSp delSp modSp mod">
        <pc:chgData name="Graf Thomas, SCS-INI-NET-VNC-E2E" userId="487bc3e3-9ce7-4cdd-b7b4-8899ea88d289" providerId="ADAL" clId="{ADEEF08A-D719-4B50-A383-4105EDA2C206}" dt="2026-07-22T04:53:24.099" v="2165" actId="14100"/>
        <pc:sldMkLst>
          <pc:docMk/>
          <pc:sldMk cId="2332748115" sldId="263"/>
        </pc:sldMkLst>
        <pc:picChg chg="add del mod">
          <ac:chgData name="Graf Thomas, SCS-INI-NET-VNC-E2E" userId="487bc3e3-9ce7-4cdd-b7b4-8899ea88d289" providerId="ADAL" clId="{ADEEF08A-D719-4B50-A383-4105EDA2C206}" dt="2026-07-22T04:53:17.355" v="2161" actId="478"/>
          <ac:picMkLst>
            <pc:docMk/>
            <pc:sldMk cId="2332748115" sldId="263"/>
            <ac:picMk id="5" creationId="{E6251B8B-2D34-1702-641D-FEC4208F9F76}"/>
          </ac:picMkLst>
        </pc:picChg>
        <pc:picChg chg="add mod">
          <ac:chgData name="Graf Thomas, SCS-INI-NET-VNC-E2E" userId="487bc3e3-9ce7-4cdd-b7b4-8899ea88d289" providerId="ADAL" clId="{ADEEF08A-D719-4B50-A383-4105EDA2C206}" dt="2026-07-22T04:53:24.099" v="2165" actId="14100"/>
          <ac:picMkLst>
            <pc:docMk/>
            <pc:sldMk cId="2332748115" sldId="263"/>
            <ac:picMk id="6" creationId="{740079E7-C3F0-4F9D-6578-BA84D618A9AB}"/>
          </ac:picMkLst>
        </pc:picChg>
      </pc:sldChg>
      <pc:sldChg chg="addSp delSp modSp mod">
        <pc:chgData name="Graf Thomas, SCS-INI-NET-VNC-E2E" userId="487bc3e3-9ce7-4cdd-b7b4-8899ea88d289" providerId="ADAL" clId="{ADEEF08A-D719-4B50-A383-4105EDA2C206}" dt="2026-07-22T04:54:20.006" v="2179" actId="1076"/>
        <pc:sldMkLst>
          <pc:docMk/>
          <pc:sldMk cId="703495152" sldId="264"/>
        </pc:sldMkLst>
        <pc:picChg chg="add mod">
          <ac:chgData name="Graf Thomas, SCS-INI-NET-VNC-E2E" userId="487bc3e3-9ce7-4cdd-b7b4-8899ea88d289" providerId="ADAL" clId="{ADEEF08A-D719-4B50-A383-4105EDA2C206}" dt="2026-07-22T04:54:20.006" v="2179" actId="1076"/>
          <ac:picMkLst>
            <pc:docMk/>
            <pc:sldMk cId="703495152" sldId="264"/>
            <ac:picMk id="5" creationId="{725CD5FF-8C56-2B3C-1091-98046959160E}"/>
          </ac:picMkLst>
        </pc:picChg>
        <pc:picChg chg="add del mod">
          <ac:chgData name="Graf Thomas, SCS-INI-NET-VNC-E2E" userId="487bc3e3-9ce7-4cdd-b7b4-8899ea88d289" providerId="ADAL" clId="{ADEEF08A-D719-4B50-A383-4105EDA2C206}" dt="2026-07-22T04:53:35.777" v="2166" actId="478"/>
          <ac:picMkLst>
            <pc:docMk/>
            <pc:sldMk cId="703495152" sldId="264"/>
            <ac:picMk id="6" creationId="{160FE680-BD91-2EC0-7F9B-F818C9B4074C}"/>
          </ac:picMkLst>
        </pc:picChg>
      </pc:sldChg>
      <pc:sldChg chg="modSp del mod">
        <pc:chgData name="Graf Thomas, SCS-INI-NET-VNC-E2E" userId="487bc3e3-9ce7-4cdd-b7b4-8899ea88d289" providerId="ADAL" clId="{ADEEF08A-D719-4B50-A383-4105EDA2C206}" dt="2026-07-16T09:47:16.900" v="2106" actId="47"/>
        <pc:sldMkLst>
          <pc:docMk/>
          <pc:sldMk cId="1372742302" sldId="266"/>
        </pc:sldMkLst>
      </pc:sldChg>
      <pc:sldChg chg="del">
        <pc:chgData name="Graf Thomas, SCS-INI-NET-VNC-E2E" userId="487bc3e3-9ce7-4cdd-b7b4-8899ea88d289" providerId="ADAL" clId="{ADEEF08A-D719-4B50-A383-4105EDA2C206}" dt="2026-07-16T09:47:24.918" v="2108" actId="47"/>
        <pc:sldMkLst>
          <pc:docMk/>
          <pc:sldMk cId="1383312952" sldId="267"/>
        </pc:sldMkLst>
      </pc:sldChg>
      <pc:sldChg chg="del">
        <pc:chgData name="Graf Thomas, SCS-INI-NET-VNC-E2E" userId="487bc3e3-9ce7-4cdd-b7b4-8899ea88d289" providerId="ADAL" clId="{ADEEF08A-D719-4B50-A383-4105EDA2C206}" dt="2026-07-16T09:47:24.918" v="2108" actId="47"/>
        <pc:sldMkLst>
          <pc:docMk/>
          <pc:sldMk cId="1659843495" sldId="268"/>
        </pc:sldMkLst>
      </pc:sldChg>
      <pc:sldChg chg="modSp del mod">
        <pc:chgData name="Graf Thomas, SCS-INI-NET-VNC-E2E" userId="487bc3e3-9ce7-4cdd-b7b4-8899ea88d289" providerId="ADAL" clId="{ADEEF08A-D719-4B50-A383-4105EDA2C206}" dt="2026-07-16T09:47:16.900" v="2106" actId="47"/>
        <pc:sldMkLst>
          <pc:docMk/>
          <pc:sldMk cId="2128497270" sldId="269"/>
        </pc:sldMkLst>
      </pc:sldChg>
      <pc:sldChg chg="modSp del mod">
        <pc:chgData name="Graf Thomas, SCS-INI-NET-VNC-E2E" userId="487bc3e3-9ce7-4cdd-b7b4-8899ea88d289" providerId="ADAL" clId="{ADEEF08A-D719-4B50-A383-4105EDA2C206}" dt="2026-07-16T09:17:11.420" v="1113" actId="2696"/>
        <pc:sldMkLst>
          <pc:docMk/>
          <pc:sldMk cId="2434865477" sldId="270"/>
        </pc:sldMkLst>
      </pc:sldChg>
      <pc:sldChg chg="addSp delSp modSp del mod">
        <pc:chgData name="Graf Thomas, SCS-INI-NET-VNC-E2E" userId="487bc3e3-9ce7-4cdd-b7b4-8899ea88d289" providerId="ADAL" clId="{ADEEF08A-D719-4B50-A383-4105EDA2C206}" dt="2026-07-16T09:47:18.698" v="2107" actId="47"/>
        <pc:sldMkLst>
          <pc:docMk/>
          <pc:sldMk cId="1859012803" sldId="271"/>
        </pc:sldMkLst>
      </pc:sldChg>
      <pc:sldChg chg="del">
        <pc:chgData name="Graf Thomas, SCS-INI-NET-VNC-E2E" userId="487bc3e3-9ce7-4cdd-b7b4-8899ea88d289" providerId="ADAL" clId="{ADEEF08A-D719-4B50-A383-4105EDA2C206}" dt="2026-07-16T09:19:27.094" v="1127" actId="47"/>
        <pc:sldMkLst>
          <pc:docMk/>
          <pc:sldMk cId="915069421" sldId="273"/>
        </pc:sldMkLst>
      </pc:sldChg>
      <pc:sldChg chg="addSp delSp modSp add mod">
        <pc:chgData name="Graf Thomas, SCS-INI-NET-VNC-E2E" userId="487bc3e3-9ce7-4cdd-b7b4-8899ea88d289" providerId="ADAL" clId="{ADEEF08A-D719-4B50-A383-4105EDA2C206}" dt="2026-07-22T04:54:14.337" v="2178" actId="1076"/>
        <pc:sldMkLst>
          <pc:docMk/>
          <pc:sldMk cId="1774228576" sldId="273"/>
        </pc:sldMkLst>
        <pc:spChg chg="mod">
          <ac:chgData name="Graf Thomas, SCS-INI-NET-VNC-E2E" userId="487bc3e3-9ce7-4cdd-b7b4-8899ea88d289" providerId="ADAL" clId="{ADEEF08A-D719-4B50-A383-4105EDA2C206}" dt="2026-07-16T09:49:22.469" v="2158" actId="255"/>
          <ac:spMkLst>
            <pc:docMk/>
            <pc:sldMk cId="1774228576" sldId="273"/>
            <ac:spMk id="2" creationId="{867BF7E4-BAF8-FC7F-2755-364CB1463A25}"/>
          </ac:spMkLst>
        </pc:spChg>
        <pc:picChg chg="add del mod">
          <ac:chgData name="Graf Thomas, SCS-INI-NET-VNC-E2E" userId="487bc3e3-9ce7-4cdd-b7b4-8899ea88d289" providerId="ADAL" clId="{ADEEF08A-D719-4B50-A383-4105EDA2C206}" dt="2026-07-22T04:53:54.940" v="2171" actId="478"/>
          <ac:picMkLst>
            <pc:docMk/>
            <pc:sldMk cId="1774228576" sldId="273"/>
            <ac:picMk id="5" creationId="{24EAC992-1A21-CCDA-317A-F5A7ADE32B9E}"/>
          </ac:picMkLst>
        </pc:picChg>
        <pc:picChg chg="add mod">
          <ac:chgData name="Graf Thomas, SCS-INI-NET-VNC-E2E" userId="487bc3e3-9ce7-4cdd-b7b4-8899ea88d289" providerId="ADAL" clId="{ADEEF08A-D719-4B50-A383-4105EDA2C206}" dt="2026-07-22T04:54:14.337" v="2178" actId="1076"/>
          <ac:picMkLst>
            <pc:docMk/>
            <pc:sldMk cId="1774228576" sldId="273"/>
            <ac:picMk id="6" creationId="{F6DDF55E-9C88-D634-8753-5A157C27A2C4}"/>
          </ac:picMkLst>
        </pc:picChg>
      </pc:sldChg>
      <pc:sldChg chg="addSp modSp add del mod">
        <pc:chgData name="Graf Thomas, SCS-INI-NET-VNC-E2E" userId="487bc3e3-9ce7-4cdd-b7b4-8899ea88d289" providerId="ADAL" clId="{ADEEF08A-D719-4B50-A383-4105EDA2C206}" dt="2026-07-16T09:47:16.900" v="2106" actId="47"/>
        <pc:sldMkLst>
          <pc:docMk/>
          <pc:sldMk cId="3043113463" sldId="273"/>
        </pc:sldMkLst>
      </pc:sldChg>
      <pc:sldChg chg="add del">
        <pc:chgData name="Graf Thomas, SCS-INI-NET-VNC-E2E" userId="487bc3e3-9ce7-4cdd-b7b4-8899ea88d289" providerId="ADAL" clId="{ADEEF08A-D719-4B50-A383-4105EDA2C206}" dt="2026-03-16T02:22:09.813" v="337" actId="47"/>
        <pc:sldMkLst>
          <pc:docMk/>
          <pc:sldMk cId="752615359" sldId="274"/>
        </pc:sldMkLst>
      </pc:sldChg>
      <pc:sldChg chg="addSp modSp add del mod ord">
        <pc:chgData name="Graf Thomas, SCS-INI-NET-VNC-E2E" userId="487bc3e3-9ce7-4cdd-b7b4-8899ea88d289" providerId="ADAL" clId="{ADEEF08A-D719-4B50-A383-4105EDA2C206}" dt="2026-07-16T09:19:27.094" v="1127" actId="47"/>
        <pc:sldMkLst>
          <pc:docMk/>
          <pc:sldMk cId="1104703509" sldId="274"/>
        </pc:sldMkLst>
      </pc:sldChg>
      <pc:sldChg chg="add del ord">
        <pc:chgData name="Graf Thomas, SCS-INI-NET-VNC-E2E" userId="487bc3e3-9ce7-4cdd-b7b4-8899ea88d289" providerId="ADAL" clId="{ADEEF08A-D719-4B50-A383-4105EDA2C206}" dt="2026-03-16T02:52:04.115" v="589" actId="47"/>
        <pc:sldMkLst>
          <pc:docMk/>
          <pc:sldMk cId="1432535309" sldId="275"/>
        </pc:sldMkLst>
      </pc:sldChg>
    </pc:docChg>
  </pc:docChgLst>
  <pc:docChgLst>
    <pc:chgData name="Graf Thomas, SCS-INI-NET-VNC-E2E" userId="487bc3e3-9ce7-4cdd-b7b4-8899ea88d289" providerId="ADAL" clId="{4725F99E-EFE0-4780-BB38-6BDDFB9F73C4}"/>
    <pc:docChg chg="undo custSel delSld modSld">
      <pc:chgData name="Graf Thomas, SCS-INI-NET-VNC-E2E" userId="487bc3e3-9ce7-4cdd-b7b4-8899ea88d289" providerId="ADAL" clId="{4725F99E-EFE0-4780-BB38-6BDDFB9F73C4}" dt="2025-10-27T07:49:36.115" v="1042" actId="20577"/>
      <pc:docMkLst>
        <pc:docMk/>
      </pc:docMkLst>
      <pc:sldChg chg="modSp mod">
        <pc:chgData name="Graf Thomas, SCS-INI-NET-VNC-E2E" userId="487bc3e3-9ce7-4cdd-b7b4-8899ea88d289" providerId="ADAL" clId="{4725F99E-EFE0-4780-BB38-6BDDFB9F73C4}" dt="2025-10-27T07:43:43.844" v="1022" actId="790"/>
        <pc:sldMkLst>
          <pc:docMk/>
          <pc:sldMk cId="0" sldId="256"/>
        </pc:sldMkLst>
      </pc:sldChg>
      <pc:sldChg chg="modSp mod">
        <pc:chgData name="Graf Thomas, SCS-INI-NET-VNC-E2E" userId="487bc3e3-9ce7-4cdd-b7b4-8899ea88d289" providerId="ADAL" clId="{4725F99E-EFE0-4780-BB38-6BDDFB9F73C4}" dt="2025-10-27T07:43:53.689" v="1023" actId="790"/>
        <pc:sldMkLst>
          <pc:docMk/>
          <pc:sldMk cId="0" sldId="257"/>
        </pc:sldMkLst>
      </pc:sldChg>
      <pc:sldChg chg="modSp mod">
        <pc:chgData name="Graf Thomas, SCS-INI-NET-VNC-E2E" userId="487bc3e3-9ce7-4cdd-b7b4-8899ea88d289" providerId="ADAL" clId="{4725F99E-EFE0-4780-BB38-6BDDFB9F73C4}" dt="2025-10-27T07:44:00.397" v="1024" actId="790"/>
        <pc:sldMkLst>
          <pc:docMk/>
          <pc:sldMk cId="0" sldId="258"/>
        </pc:sldMkLst>
      </pc:sldChg>
      <pc:sldChg chg="modSp mod">
        <pc:chgData name="Graf Thomas, SCS-INI-NET-VNC-E2E" userId="487bc3e3-9ce7-4cdd-b7b4-8899ea88d289" providerId="ADAL" clId="{4725F99E-EFE0-4780-BB38-6BDDFB9F73C4}" dt="2025-10-27T07:44:05.500" v="1025" actId="790"/>
        <pc:sldMkLst>
          <pc:docMk/>
          <pc:sldMk cId="0" sldId="259"/>
        </pc:sldMkLst>
      </pc:sldChg>
      <pc:sldChg chg="modSp mod">
        <pc:chgData name="Graf Thomas, SCS-INI-NET-VNC-E2E" userId="487bc3e3-9ce7-4cdd-b7b4-8899ea88d289" providerId="ADAL" clId="{4725F99E-EFE0-4780-BB38-6BDDFB9F73C4}" dt="2025-10-27T07:48:29.201" v="1038" actId="14100"/>
        <pc:sldMkLst>
          <pc:docMk/>
          <pc:sldMk cId="0" sldId="260"/>
        </pc:sldMkLst>
      </pc:sldChg>
      <pc:sldChg chg="modSp mod">
        <pc:chgData name="Graf Thomas, SCS-INI-NET-VNC-E2E" userId="487bc3e3-9ce7-4cdd-b7b4-8899ea88d289" providerId="ADAL" clId="{4725F99E-EFE0-4780-BB38-6BDDFB9F73C4}" dt="2025-10-27T07:44:34.772" v="1029" actId="790"/>
        <pc:sldMkLst>
          <pc:docMk/>
          <pc:sldMk cId="3471097262" sldId="261"/>
        </pc:sldMkLst>
      </pc:sldChg>
      <pc:sldChg chg="addSp delSp modSp mod">
        <pc:chgData name="Graf Thomas, SCS-INI-NET-VNC-E2E" userId="487bc3e3-9ce7-4cdd-b7b4-8899ea88d289" providerId="ADAL" clId="{4725F99E-EFE0-4780-BB38-6BDDFB9F73C4}" dt="2025-10-27T07:44:42.065" v="1030" actId="790"/>
        <pc:sldMkLst>
          <pc:docMk/>
          <pc:sldMk cId="2332748115" sldId="263"/>
        </pc:sldMkLst>
      </pc:sldChg>
      <pc:sldChg chg="addSp delSp modSp mod">
        <pc:chgData name="Graf Thomas, SCS-INI-NET-VNC-E2E" userId="487bc3e3-9ce7-4cdd-b7b4-8899ea88d289" providerId="ADAL" clId="{4725F99E-EFE0-4780-BB38-6BDDFB9F73C4}" dt="2025-10-27T07:48:38.632" v="1041" actId="14100"/>
        <pc:sldMkLst>
          <pc:docMk/>
          <pc:sldMk cId="703495152" sldId="264"/>
        </pc:sldMkLst>
      </pc:sldChg>
      <pc:sldChg chg="modSp mod">
        <pc:chgData name="Graf Thomas, SCS-INI-NET-VNC-E2E" userId="487bc3e3-9ce7-4cdd-b7b4-8899ea88d289" providerId="ADAL" clId="{4725F99E-EFE0-4780-BB38-6BDDFB9F73C4}" dt="2025-10-27T07:48:32.985" v="1039" actId="14100"/>
        <pc:sldMkLst>
          <pc:docMk/>
          <pc:sldMk cId="1372742302" sldId="266"/>
        </pc:sldMkLst>
      </pc:sldChg>
      <pc:sldChg chg="modSp mod">
        <pc:chgData name="Graf Thomas, SCS-INI-NET-VNC-E2E" userId="487bc3e3-9ce7-4cdd-b7b4-8899ea88d289" providerId="ADAL" clId="{4725F99E-EFE0-4780-BB38-6BDDFB9F73C4}" dt="2025-10-27T07:44:28.099" v="1028" actId="790"/>
        <pc:sldMkLst>
          <pc:docMk/>
          <pc:sldMk cId="1383312952" sldId="267"/>
        </pc:sldMkLst>
      </pc:sldChg>
      <pc:sldChg chg="modSp mod">
        <pc:chgData name="Graf Thomas, SCS-INI-NET-VNC-E2E" userId="487bc3e3-9ce7-4cdd-b7b4-8899ea88d289" providerId="ADAL" clId="{4725F99E-EFE0-4780-BB38-6BDDFB9F73C4}" dt="2025-10-27T07:44:19.944" v="1027" actId="790"/>
        <pc:sldMkLst>
          <pc:docMk/>
          <pc:sldMk cId="1659843495" sldId="268"/>
        </pc:sldMkLst>
      </pc:sldChg>
      <pc:sldChg chg="modSp mod">
        <pc:chgData name="Graf Thomas, SCS-INI-NET-VNC-E2E" userId="487bc3e3-9ce7-4cdd-b7b4-8899ea88d289" providerId="ADAL" clId="{4725F99E-EFE0-4780-BB38-6BDDFB9F73C4}" dt="2025-10-27T07:48:26.232" v="1037" actId="14100"/>
        <pc:sldMkLst>
          <pc:docMk/>
          <pc:sldMk cId="2128497270" sldId="269"/>
        </pc:sldMkLst>
      </pc:sldChg>
      <pc:sldChg chg="modSp mod">
        <pc:chgData name="Graf Thomas, SCS-INI-NET-VNC-E2E" userId="487bc3e3-9ce7-4cdd-b7b4-8899ea88d289" providerId="ADAL" clId="{4725F99E-EFE0-4780-BB38-6BDDFB9F73C4}" dt="2025-10-27T07:49:36.115" v="1042" actId="20577"/>
        <pc:sldMkLst>
          <pc:docMk/>
          <pc:sldMk cId="2434865477" sldId="270"/>
        </pc:sldMkLst>
      </pc:sldChg>
      <pc:sldChg chg="addSp delSp modSp mod">
        <pc:chgData name="Graf Thomas, SCS-INI-NET-VNC-E2E" userId="487bc3e3-9ce7-4cdd-b7b4-8899ea88d289" providerId="ADAL" clId="{4725F99E-EFE0-4780-BB38-6BDDFB9F73C4}" dt="2025-10-27T07:48:35.751" v="1040" actId="14100"/>
        <pc:sldMkLst>
          <pc:docMk/>
          <pc:sldMk cId="1859012803" sldId="271"/>
        </pc:sldMkLst>
      </pc:sldChg>
      <pc:sldChg chg="del">
        <pc:chgData name="Graf Thomas, SCS-INI-NET-VNC-E2E" userId="487bc3e3-9ce7-4cdd-b7b4-8899ea88d289" providerId="ADAL" clId="{4725F99E-EFE0-4780-BB38-6BDDFB9F73C4}" dt="2025-10-27T07:29:31.409" v="861" actId="2696"/>
        <pc:sldMkLst>
          <pc:docMk/>
          <pc:sldMk cId="333926329"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3003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BBB3-5E84-E9BA-EE9E-2BF0EA4E5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D3C65-23F1-4E26-8AEC-E6A4F246FBF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A23473-8317-598D-1010-6A8CF9A4C0B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1205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13" name="Google Shape;13;p2"/>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159514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17" name="Google Shape;17;p3"/>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18" name="Google Shape;18;p3"/>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3"/>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21" name="Google Shape;21;p3"/>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4074776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26" name="Google Shape;26;p4"/>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27" name="Google Shape;27;p4"/>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2970455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31" name="Google Shape;31;p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91514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sp>
        <p:nvSpPr>
          <p:cNvPr id="33" name="Google Shape;33;p6"/>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6"/>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6" name="Google Shape;36;p6"/>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7" name="Google Shape;37;p6"/>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8" name="Google Shape;38;p6"/>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39" name="Google Shape;39;p6"/>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727090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7"/>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44" name="Google Shape;44;p7"/>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45" name="Google Shape;45;p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41215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48" name="Google Shape;4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649635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9"/>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53" name="Google Shape;53;p9"/>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54" name="Google Shape;54;p9"/>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55" name="Google Shape;55;p9"/>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22834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6"/>
        <p:cNvGrpSpPr/>
        <p:nvPr/>
      </p:nvGrpSpPr>
      <p:grpSpPr>
        <a:xfrm>
          <a:off x="0" y="0"/>
          <a:ext cx="0" cy="0"/>
          <a:chOff x="0" y="0"/>
          <a:chExt cx="0" cy="0"/>
        </a:xfrm>
      </p:grpSpPr>
      <p:sp>
        <p:nvSpPr>
          <p:cNvPr id="57" name="Google Shape;57;p10"/>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0"/>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60" name="Google Shape;60;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643248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63" name="Google Shape;63;p11"/>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4" name="Google Shape;64;p1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552903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7879677"/>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otes.ietf.org/notes-ietf-126-bmwg-ipp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atatracker.ietf.org/meeting/agenda"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www.ietf.org/how/meetings/issues/" TargetMode="External"/><Relationship Id="rId4" Type="http://schemas.openxmlformats.org/officeDocument/2006/relationships/hyperlink" Target="https://www.ietf.org/how/meetings/prepa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IETF 1</a:t>
            </a:r>
            <a:r>
              <a:rPr lang="en-US" sz="3600" dirty="0"/>
              <a:t>26</a:t>
            </a:r>
            <a:r>
              <a:rPr lang="en-US" sz="3600" dirty="0">
                <a:latin typeface="Inter"/>
                <a:ea typeface="Inter"/>
                <a:cs typeface="Inter"/>
                <a:sym typeface="Inter"/>
              </a:rPr>
              <a:t> BMWG &amp; IPPM (2)</a:t>
            </a: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a:solidFill>
                  <a:srgbClr val="FFFFFF"/>
                </a:solidFill>
                <a:latin typeface="Inter"/>
                <a:ea typeface="Inter"/>
                <a:cs typeface="Inter"/>
                <a:sym typeface="Inter"/>
              </a:rPr>
              <a:t>23 </a:t>
            </a:r>
            <a:r>
              <a:rPr lang="en-US" sz="2100" dirty="0">
                <a:solidFill>
                  <a:srgbClr val="FFFFFF"/>
                </a:solidFill>
                <a:latin typeface="Inter"/>
                <a:ea typeface="Inter"/>
                <a:cs typeface="Inter"/>
                <a:sym typeface="Inter"/>
              </a:rPr>
              <a:t>July 2026</a:t>
            </a:r>
            <a:endParaRPr lang="en-US"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p>
          <a:p>
            <a:pPr marL="0" lvl="0" indent="0" algn="l" rtl="0">
              <a:spcBef>
                <a:spcPts val="0"/>
              </a:spcBef>
              <a:spcAft>
                <a:spcPts val="0"/>
              </a:spcAft>
              <a:buNone/>
            </a:pPr>
            <a:r>
              <a:rPr lang="en-US" sz="1200" dirty="0">
                <a:latin typeface="Inter"/>
                <a:ea typeface="Inter"/>
                <a:cs typeface="Inter"/>
                <a:sym typeface="Inter"/>
              </a:rPr>
              <a:t>© 2026 IETF Trust </a:t>
            </a: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lang="en-US" sz="1200" dirty="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By participating in the IETF you agree to follow IETF processes and policies. This Note Well is a reminder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some of those policies. For a linked version of this text, please visit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www.ietf.org</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/note-well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or use the QR code below.</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IETF participants are expected to behave in a professional manner and extend respect and courtesy to their colleagues at all times (see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7154: IETF Guidelines for Conduct and IETF Anti-Harassment Policy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If you have any concerns about behavior, please contact the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Ombudsteam</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who have a duty of confidentiality and extensive powers to act, as set out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7776: IETF Anti-Harassment Procedures</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If you are aware that any IETF contribution (as defined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5378: Rights Contributors Provide to the IETF Trust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is covered by patents or patent applications that are owned or controlled by you, your employer or your sponsor, you must disclose that fact, or not participate in the discussion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8179: Intellectual Property Rights in IETF Technology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detailed process information consult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2026: Internet Standards Process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2418: IETF Working Group Guidelines and Procedures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updates to those.</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The IETF routinely makes public written, audio, video, and photographic records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IETF activities, including your personal information as set out in the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IETF Privacy Statement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0" marR="0" lvl="0" indent="0" algn="l" defTabSz="914400" rtl="0" eaLnBrk="1" fontAlgn="auto" latinLnBrk="0" hangingPunct="1">
              <a:lnSpc>
                <a:spcPct val="115000"/>
              </a:lnSpc>
              <a:spcBef>
                <a:spcPts val="1000"/>
              </a:spcBef>
              <a:spcAft>
                <a:spcPts val="100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advice, please talk to Working Group chairs or Area Directors.</a:t>
            </a:r>
            <a:endParaRPr kumimoji="0" sz="1200" b="0" i="0" u="none" strike="noStrike" kern="0" cap="none" spc="0" normalizeH="0" baseline="0" noProof="0" dirty="0">
              <a:ln>
                <a:noFill/>
              </a:ln>
              <a:solidFill>
                <a:srgbClr val="434343"/>
              </a:solidFill>
              <a:effectLst/>
              <a:uLnTx/>
              <a:uFillTx/>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Note Really Well</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meetings, virtual meetings, and mailing lists are intended for professional collaboration and networking, as defined in the IETF Guidelines for Conduct (RFC 7154), the IETF Anti-Harassment Policy, and the IETF Anti-Harassment Procedures (RFC 7776). If you have any concerns about observed behavior, please talk to the </a:t>
            </a:r>
            <a:r>
              <a:rPr lang="en-US" sz="1300" dirty="0" err="1">
                <a:solidFill>
                  <a:srgbClr val="434343"/>
                </a:solidFill>
                <a:latin typeface="Inter"/>
                <a:ea typeface="Inter"/>
                <a:cs typeface="Inter"/>
                <a:sym typeface="Inter"/>
              </a:rPr>
              <a:t>Ombudsteam</a:t>
            </a:r>
            <a:r>
              <a:rPr lang="en-US" sz="1300" dirty="0">
                <a:solidFill>
                  <a:srgbClr val="434343"/>
                </a:solidFill>
                <a:latin typeface="Inter"/>
                <a:ea typeface="Inter"/>
                <a:cs typeface="Inter"/>
                <a:sym typeface="Inter"/>
              </a:rPr>
              <a:t>, who are available if you need confidentiality to raise concerns confident about harassment or other conduct in the IETF.</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IETF strives to create and maintain an environment in which people of many different backgrounds and identities are treated with dignity, decency, and respect. Those who participate in the IETF are expected to behave according to professional standards and demonstrate appropriate workplace behavior.</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participants must not engage in harassment while at IETF meetings, virtual meetings, social events, or on mailing lists. Harassment is unwelcome hostile or intimidating behavior—in particular, speech or behavior that is aggressive or intimidates.</a:t>
            </a:r>
          </a:p>
          <a:p>
            <a:pPr marL="457200" marR="0" lvl="0" indent="-311150" algn="l" rtl="0">
              <a:lnSpc>
                <a:spcPct val="115000"/>
              </a:lnSpc>
              <a:spcBef>
                <a:spcPts val="1000"/>
              </a:spcBef>
              <a:spcAft>
                <a:spcPts val="1000"/>
              </a:spcAft>
              <a:buClr>
                <a:srgbClr val="434343"/>
              </a:buClr>
              <a:buSzPts val="1300"/>
              <a:buFont typeface="Inter"/>
              <a:buChar char="●"/>
            </a:pPr>
            <a:r>
              <a:rPr lang="en-US" sz="1300" dirty="0">
                <a:solidFill>
                  <a:srgbClr val="434343"/>
                </a:solidFill>
                <a:latin typeface="Inter"/>
                <a:ea typeface="Inter"/>
                <a:cs typeface="Inter"/>
                <a:sym typeface="Inter"/>
              </a:rPr>
              <a:t>If you believe you have been harassed, notice that someone else is being harassed,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or have any other concerns, you are encouraged to raise your concern in confidence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with one of the Ombudspersons.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IETF 126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In-person participants</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to sign into the session via </a:t>
            </a:r>
            <a:r>
              <a:rPr lang="en-US" sz="1600" dirty="0" err="1">
                <a:solidFill>
                  <a:srgbClr val="000000"/>
                </a:solidFill>
              </a:rPr>
              <a:t>Datatracker</a:t>
            </a:r>
            <a:r>
              <a:rPr lang="en-US" sz="1600" dirty="0">
                <a:solidFill>
                  <a:srgbClr val="000000"/>
                </a:solidFill>
              </a:rPr>
              <a:t> or the QR Code in this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a:t>
            </a:r>
            <a:r>
              <a:rPr lang="en-US" sz="1600" dirty="0" err="1">
                <a:solidFill>
                  <a:srgbClr val="000000"/>
                </a:solidFill>
              </a:rPr>
              <a:t>Meetecho</a:t>
            </a:r>
            <a:r>
              <a:rPr lang="en-US" sz="1600" dirty="0">
                <a:solidFill>
                  <a:srgbClr val="000000"/>
                </a:solidFill>
              </a:rPr>
              <a:t> (usually the “</a:t>
            </a:r>
            <a:r>
              <a:rPr lang="en-US" sz="1600" dirty="0" err="1">
                <a:solidFill>
                  <a:srgbClr val="000000"/>
                </a:solidFill>
              </a:rPr>
              <a:t>Meetecho</a:t>
            </a:r>
            <a:r>
              <a:rPr lang="en-US" sz="1600" dirty="0">
                <a:solidFill>
                  <a:srgbClr val="000000"/>
                </a:solidFill>
              </a:rPr>
              <a:t> lite”) client to:</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join the mic queue</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participate in shows of hands</a:t>
            </a:r>
          </a:p>
          <a:p>
            <a:pPr marL="457200" lvl="0" indent="-330200" algn="l" rtl="0">
              <a:lnSpc>
                <a:spcPct val="110000"/>
              </a:lnSpc>
              <a:spcBef>
                <a:spcPts val="0"/>
              </a:spcBef>
              <a:spcAft>
                <a:spcPts val="0"/>
              </a:spcAft>
              <a:buClr>
                <a:srgbClr val="000000"/>
              </a:buClr>
              <a:buSzPts val="1600"/>
              <a:buChar char="●"/>
            </a:pPr>
            <a:r>
              <a:rPr lang="en-US" sz="1600" i="1" dirty="0">
                <a:solidFill>
                  <a:srgbClr val="000000"/>
                </a:solidFill>
              </a:rPr>
              <a:t>Keep audio and video off if not using the onsite version.</a:t>
            </a:r>
            <a:endParaRPr lang="en-US" sz="1600" b="1" dirty="0">
              <a:solidFill>
                <a:srgbClr val="000000"/>
              </a:solidFill>
            </a:endParaRPr>
          </a:p>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4</a:t>
            </a:fld>
            <a:endParaRPr lang="en-US" dirty="0"/>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lvl="0" indent="0" algn="ctr" rtl="0">
              <a:lnSpc>
                <a:spcPct val="110000"/>
              </a:lnSpc>
              <a:spcBef>
                <a:spcPts val="300"/>
              </a:spcBef>
              <a:spcAft>
                <a:spcPts val="0"/>
              </a:spcAft>
              <a:buNone/>
            </a:pPr>
            <a:r>
              <a:rPr lang="en-US" sz="2400" dirty="0">
                <a:solidFill>
                  <a:srgbClr val="FFE599"/>
                </a:solidFill>
                <a:latin typeface="Montserrat"/>
                <a:ea typeface="Montserrat"/>
                <a:cs typeface="Montserrat"/>
                <a:sym typeface="Montserrat"/>
              </a:rPr>
              <a:t>This session is being recorded</a:t>
            </a:r>
          </a:p>
        </p:txBody>
      </p:sp>
      <p:pic>
        <p:nvPicPr>
          <p:cNvPr id="123" name="Google Shape;123;p22"/>
          <p:cNvPicPr preferRelativeResize="0"/>
          <p:nvPr/>
        </p:nvPicPr>
        <p:blipFill>
          <a:blip r:embed="rId3">
            <a:alphaModFix/>
          </a:blip>
          <a:stretch>
            <a:fillRect/>
          </a:stretch>
        </p:blipFill>
        <p:spPr>
          <a:xfrm>
            <a:off x="6916950" y="2699300"/>
            <a:ext cx="1818475" cy="810300"/>
          </a:xfrm>
          <a:prstGeom prst="rect">
            <a:avLst/>
          </a:prstGeom>
          <a:noFill/>
          <a:ln>
            <a:noFill/>
          </a:ln>
          <a:effectLst>
            <a:outerShdw blurRad="114300" dist="19050" dir="3000000" algn="b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https://notes.ietf.org/notes-ietf-126-bmwg-ippm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extLst>
      <p:ext uri="{BB962C8B-B14F-4D97-AF65-F5344CB8AC3E}">
        <p14:creationId xmlns:p14="http://schemas.microsoft.com/office/powerpoint/2010/main" val="347109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Working Group Documents</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pic>
        <p:nvPicPr>
          <p:cNvPr id="6" name="Picture 5">
            <a:extLst>
              <a:ext uri="{FF2B5EF4-FFF2-40B4-BE49-F238E27FC236}">
                <a16:creationId xmlns:a16="http://schemas.microsoft.com/office/drawing/2014/main" id="{740079E7-C3F0-4F9D-6578-BA84D618A9AB}"/>
              </a:ext>
            </a:extLst>
          </p:cNvPr>
          <p:cNvPicPr>
            <a:picLocks noChangeAspect="1"/>
          </p:cNvPicPr>
          <p:nvPr/>
        </p:nvPicPr>
        <p:blipFill>
          <a:blip r:embed="rId2"/>
          <a:stretch>
            <a:fillRect/>
          </a:stretch>
        </p:blipFill>
        <p:spPr>
          <a:xfrm>
            <a:off x="471899" y="1899081"/>
            <a:ext cx="4804537" cy="3026195"/>
          </a:xfrm>
          <a:prstGeom prst="rect">
            <a:avLst/>
          </a:prstGeom>
        </p:spPr>
      </p:pic>
    </p:spTree>
    <p:extLst>
      <p:ext uri="{BB962C8B-B14F-4D97-AF65-F5344CB8AC3E}">
        <p14:creationId xmlns:p14="http://schemas.microsoft.com/office/powerpoint/2010/main" val="2332748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Proposed Work</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7</a:t>
            </a:fld>
            <a:endParaRPr lang="en-US" dirty="0"/>
          </a:p>
        </p:txBody>
      </p:sp>
      <p:pic>
        <p:nvPicPr>
          <p:cNvPr id="5" name="Picture 4">
            <a:extLst>
              <a:ext uri="{FF2B5EF4-FFF2-40B4-BE49-F238E27FC236}">
                <a16:creationId xmlns:a16="http://schemas.microsoft.com/office/drawing/2014/main" id="{725CD5FF-8C56-2B3C-1091-98046959160E}"/>
              </a:ext>
            </a:extLst>
          </p:cNvPr>
          <p:cNvPicPr>
            <a:picLocks noChangeAspect="1"/>
          </p:cNvPicPr>
          <p:nvPr/>
        </p:nvPicPr>
        <p:blipFill>
          <a:blip r:embed="rId3"/>
          <a:stretch>
            <a:fillRect/>
          </a:stretch>
        </p:blipFill>
        <p:spPr>
          <a:xfrm>
            <a:off x="471900" y="1871283"/>
            <a:ext cx="5851627" cy="3021140"/>
          </a:xfrm>
          <a:prstGeom prst="rect">
            <a:avLst/>
          </a:prstGeom>
        </p:spPr>
      </p:pic>
    </p:spTree>
    <p:extLst>
      <p:ext uri="{BB962C8B-B14F-4D97-AF65-F5344CB8AC3E}">
        <p14:creationId xmlns:p14="http://schemas.microsoft.com/office/powerpoint/2010/main" val="703495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E71B2-311F-2B04-BA97-DCBA1ED97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BF7E4-BAF8-FC7F-2755-364CB1463A25}"/>
              </a:ext>
            </a:extLst>
          </p:cNvPr>
          <p:cNvSpPr>
            <a:spLocks noGrp="1"/>
          </p:cNvSpPr>
          <p:nvPr>
            <p:ph type="title"/>
          </p:nvPr>
        </p:nvSpPr>
        <p:spPr/>
        <p:txBody>
          <a:bodyPr anchor="ctr"/>
          <a:lstStyle/>
          <a:p>
            <a:r>
              <a:rPr lang="en-US" dirty="0"/>
              <a:t>Agenda – Lightning Talks </a:t>
            </a:r>
            <a:r>
              <a:rPr lang="en-US" sz="2200" dirty="0"/>
              <a:t>(if time permits)</a:t>
            </a:r>
          </a:p>
        </p:txBody>
      </p:sp>
      <p:sp>
        <p:nvSpPr>
          <p:cNvPr id="4" name="Slide Number Placeholder 3">
            <a:extLst>
              <a:ext uri="{FF2B5EF4-FFF2-40B4-BE49-F238E27FC236}">
                <a16:creationId xmlns:a16="http://schemas.microsoft.com/office/drawing/2014/main" id="{0657D5D9-7843-6E5E-B832-79752E2CA806}"/>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8</a:t>
            </a:fld>
            <a:endParaRPr lang="en-US" dirty="0"/>
          </a:p>
        </p:txBody>
      </p:sp>
      <p:pic>
        <p:nvPicPr>
          <p:cNvPr id="6" name="Picture 5">
            <a:extLst>
              <a:ext uri="{FF2B5EF4-FFF2-40B4-BE49-F238E27FC236}">
                <a16:creationId xmlns:a16="http://schemas.microsoft.com/office/drawing/2014/main" id="{F6DDF55E-9C88-D634-8753-5A157C27A2C4}"/>
              </a:ext>
            </a:extLst>
          </p:cNvPr>
          <p:cNvPicPr>
            <a:picLocks noChangeAspect="1"/>
          </p:cNvPicPr>
          <p:nvPr/>
        </p:nvPicPr>
        <p:blipFill>
          <a:blip r:embed="rId3"/>
          <a:stretch>
            <a:fillRect/>
          </a:stretch>
        </p:blipFill>
        <p:spPr>
          <a:xfrm>
            <a:off x="471900" y="2199761"/>
            <a:ext cx="5838748" cy="2394253"/>
          </a:xfrm>
          <a:prstGeom prst="rect">
            <a:avLst/>
          </a:prstGeom>
        </p:spPr>
      </p:pic>
    </p:spTree>
    <p:extLst>
      <p:ext uri="{BB962C8B-B14F-4D97-AF65-F5344CB8AC3E}">
        <p14:creationId xmlns:p14="http://schemas.microsoft.com/office/powerpoint/2010/main" val="1774228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Resources for </a:t>
            </a:r>
            <a:r>
              <a:rPr lang="en-US" sz="3600" b="0" i="0" u="none" strike="noStrike" cap="none" dirty="0">
                <a:solidFill>
                  <a:srgbClr val="FFFFFF"/>
                </a:solidFill>
                <a:latin typeface="Open Sans"/>
                <a:ea typeface="Open Sans"/>
                <a:cs typeface="Open Sans"/>
                <a:sym typeface="Open Sans"/>
              </a:rPr>
              <a:t>IETF </a:t>
            </a:r>
            <a:r>
              <a:rPr lang="en-US" dirty="0"/>
              <a:t>126 </a:t>
            </a:r>
            <a:r>
              <a:rPr lang="de-CH" dirty="0"/>
              <a:t>Vienna</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222100" cy="27102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0000"/>
              </a:lnSpc>
              <a:spcBef>
                <a:spcPts val="300"/>
              </a:spcBef>
              <a:spcAft>
                <a:spcPts val="0"/>
              </a:spcAft>
              <a:buClr>
                <a:srgbClr val="000000"/>
              </a:buClr>
              <a:buSzPts val="1800"/>
              <a:buChar char="●"/>
            </a:pPr>
            <a:r>
              <a:rPr lang="en-US">
                <a:solidFill>
                  <a:srgbClr val="000000"/>
                </a:solidFill>
              </a:rPr>
              <a:t>Agenda</a:t>
            </a:r>
            <a:br>
              <a:rPr lang="en-US" b="1">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https://www.ietf.org/how/meetings/preparation</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http://www.ietf.org/how/meetings/issues/</a:t>
            </a:r>
            <a:endParaRPr>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9</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e5e162a-5953-4fde-83b3-9639e6ab13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28792A905D4FBE4781303B372FFF56B7" ma:contentTypeVersion="18" ma:contentTypeDescription="Ein neues Dokument erstellen." ma:contentTypeScope="" ma:versionID="1bed101c48ab8d637c0f10f3a19033d6">
  <xsd:schema xmlns:xsd="http://www.w3.org/2001/XMLSchema" xmlns:xs="http://www.w3.org/2001/XMLSchema" xmlns:p="http://schemas.microsoft.com/office/2006/metadata/properties" xmlns:ns3="3e5e162a-5953-4fde-83b3-9639e6ab13bb" xmlns:ns4="266fa233-377d-43d6-82a1-e70154e55ff7" targetNamespace="http://schemas.microsoft.com/office/2006/metadata/properties" ma:root="true" ma:fieldsID="ad54ca06dfd6fdd081bd33575dcf7e57" ns3:_="" ns4:_="">
    <xsd:import namespace="3e5e162a-5953-4fde-83b3-9639e6ab13bb"/>
    <xsd:import namespace="266fa233-377d-43d6-82a1-e70154e55ff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5e162a-5953-4fde-83b3-9639e6ab1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66fa233-377d-43d6-82a1-e70154e55ff7"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element name="SharingHintHash" ma:index="18"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7021EF-4D3D-4708-92FB-F2CD02CEF7A1}">
  <ds:schemaRefs>
    <ds:schemaRef ds:uri="http://purl.org/dc/elements/1.1/"/>
    <ds:schemaRef ds:uri="3e5e162a-5953-4fde-83b3-9639e6ab13bb"/>
    <ds:schemaRef ds:uri="266fa233-377d-43d6-82a1-e70154e55ff7"/>
    <ds:schemaRef ds:uri="http://purl.org/dc/term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4805544-B524-4E4A-B7C1-6ABFC59992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5e162a-5953-4fde-83b3-9639e6ab13bb"/>
    <ds:schemaRef ds:uri="266fa233-377d-43d6-82a1-e70154e55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04BBC9-6B71-4DC1-A0E0-1E198363AC7F}">
  <ds:schemaRefs>
    <ds:schemaRef ds:uri="http://schemas.microsoft.com/sharepoint/v3/contenttype/forms"/>
  </ds:schemaRefs>
</ds:datastoreItem>
</file>

<file path=docMetadata/LabelInfo.xml><?xml version="1.0" encoding="utf-8"?>
<clbl:labelList xmlns:clbl="http://schemas.microsoft.com/office/2020/mipLabelMetadata">
  <clbl:label id="{2e1fccfb-80ca-4fe1-a574-1516544edb53}" enabled="1" method="Standard" siteId="{364e5b87-c1c7-420d-9bee-c35d19b557a1}" removed="0"/>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otalTime>0</TotalTime>
  <Words>863</Words>
  <Application>Microsoft Office PowerPoint</Application>
  <PresentationFormat>On-screen Show (16:9)</PresentationFormat>
  <Paragraphs>57</Paragraphs>
  <Slides>9</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9</vt:i4>
      </vt:variant>
    </vt:vector>
  </HeadingPairs>
  <TitlesOfParts>
    <vt:vector size="19" baseType="lpstr">
      <vt:lpstr>Roboto</vt:lpstr>
      <vt:lpstr>Open Sans Medium</vt:lpstr>
      <vt:lpstr>Inter</vt:lpstr>
      <vt:lpstr>Arial</vt:lpstr>
      <vt:lpstr>Open Sans</vt:lpstr>
      <vt:lpstr>Montserrat</vt:lpstr>
      <vt:lpstr>Open Sans SemiBold</vt:lpstr>
      <vt:lpstr>Material</vt:lpstr>
      <vt:lpstr>IETF Template</vt:lpstr>
      <vt:lpstr>1_IETF Template</vt:lpstr>
      <vt:lpstr>IETF 126 BMWG &amp; IPPM (2)</vt:lpstr>
      <vt:lpstr>Note Well</vt:lpstr>
      <vt:lpstr>Note Really Well</vt:lpstr>
      <vt:lpstr>IETF 126 Meeting Tips</vt:lpstr>
      <vt:lpstr>Notetaker</vt:lpstr>
      <vt:lpstr>Agenda – Working Group Documents</vt:lpstr>
      <vt:lpstr>Agenda – Proposed Work</vt:lpstr>
      <vt:lpstr>Agenda – Lightning Talks (if time permits)</vt:lpstr>
      <vt:lpstr>Resources for IETF 126 Vienna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123 BMWG &amp; IPPM</dc:title>
  <dc:creator>Graf Thomas, INI-NET-VNC-E2E</dc:creator>
  <cp:lastModifiedBy>Graf Thomas, SCS-INI-NET-VNC-E2E</cp:lastModifiedBy>
  <cp:revision>30</cp:revision>
  <dcterms:modified xsi:type="dcterms:W3CDTF">2026-07-22T04:54:24Z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0x01010028792A905D4FBE4781303B372FFF56B7</vt:lpwstr>
  </property>
  <property fmtid="{D5CDD505-2E9C-101B-9397-08002B2CF9AE}" pid="3" name="_readonly">
    <vt:lpwstr/>
  </property>
  <property fmtid="{D5CDD505-2E9C-101B-9397-08002B2CF9AE}" pid="4" name="_change">
    <vt:lpwstr/>
  </property>
  <property fmtid="{D5CDD505-2E9C-101B-9397-08002B2CF9AE}" pid="5" name="_full-control">
    <vt:lpwstr/>
  </property>
  <property fmtid="{D5CDD505-2E9C-101B-9397-08002B2CF9AE}" pid="6" name="sflag">
    <vt:lpwstr>1773045390</vt:lpwstr>
  </property>
</Properties>
</file>