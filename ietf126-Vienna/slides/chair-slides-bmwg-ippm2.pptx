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16"/>
  </p:notesMasterIdLst>
  <p:sldIdLst>
    <p:sldId id="256" r:id="rId7"/>
    <p:sldId id="272" r:id="rId8"/>
    <p:sldId id="258" r:id="rId9"/>
    <p:sldId id="259" r:id="rId10"/>
    <p:sldId id="261" r:id="rId11"/>
    <p:sldId id="263" r:id="rId12"/>
    <p:sldId id="264" r:id="rId13"/>
    <p:sldId id="273" r:id="rId14"/>
    <p:sldId id="260" r:id="rId15"/>
  </p:sldIdLst>
  <p:sldSz cx="9144000" cy="5143500" type="screen16x9"/>
  <p:notesSz cx="6858000" cy="9144000"/>
  <p:embeddedFontLst>
    <p:embeddedFont>
      <p:font typeface="Inter" panose="020B0604020202020204" charset="0"/>
      <p:regular r:id="rId17"/>
      <p:bold r:id="rId18"/>
      <p:italic r:id="rId19"/>
      <p:boldItalic r:id="rId20"/>
    </p:embeddedFont>
    <p:embeddedFont>
      <p:font typeface="Montserrat" panose="00000500000000000000" pitchFamily="2" charset="0"/>
      <p:regular r:id="rId21"/>
      <p:bold r:id="rId22"/>
      <p:italic r:id="rId23"/>
      <p:boldItalic r:id="rId24"/>
    </p:embeddedFont>
    <p:embeddedFont>
      <p:font typeface="Open Sans" panose="020B0606030504020204" pitchFamily="34" charset="0"/>
      <p:regular r:id="rId25"/>
      <p:bold r:id="rId26"/>
      <p:italic r:id="rId27"/>
      <p:boldItalic r:id="rId28"/>
    </p:embeddedFont>
    <p:embeddedFont>
      <p:font typeface="Open Sans Medium" panose="020B0604020202020204" charset="0"/>
      <p:regular r:id="rId29"/>
      <p:bold r:id="rId30"/>
      <p:italic r:id="rId31"/>
      <p:boldItalic r:id="rId32"/>
    </p:embeddedFont>
    <p:embeddedFont>
      <p:font typeface="Open Sans SemiBold" panose="020B0706030804020204" pitchFamily="34" charset="0"/>
      <p:bold r:id="rId33"/>
      <p:boldItalic r:id="rId34"/>
    </p:embeddedFont>
    <p:embeddedFont>
      <p:font typeface="Roboto" panose="02000000000000000000" pitchFamily="2"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30CFF-6EB8-4A6F-AC26-1A45B7C3A0D4}" v="28" dt="2026-07-16T09:44:27.5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font" Target="fonts/font2.fntdata"/><Relationship Id="rId26" Type="http://schemas.openxmlformats.org/officeDocument/2006/relationships/font" Target="fonts/font10.fntdata"/><Relationship Id="rId39"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font" Target="fonts/font5.fntdata"/><Relationship Id="rId34" Type="http://schemas.openxmlformats.org/officeDocument/2006/relationships/font" Target="fonts/font18.fntdata"/><Relationship Id="rId42"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font" Target="fonts/font17.fntdata"/><Relationship Id="rId38" Type="http://schemas.openxmlformats.org/officeDocument/2006/relationships/font" Target="fonts/font22.fntdata"/><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font" Target="fonts/font13.fntdata"/><Relationship Id="rId4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8.fntdata"/><Relationship Id="rId32" Type="http://schemas.openxmlformats.org/officeDocument/2006/relationships/font" Target="fonts/font16.fntdata"/><Relationship Id="rId37" Type="http://schemas.openxmlformats.org/officeDocument/2006/relationships/font" Target="fonts/font21.fntdata"/><Relationship Id="rId40"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7.fntdata"/><Relationship Id="rId28" Type="http://schemas.openxmlformats.org/officeDocument/2006/relationships/font" Target="fonts/font12.fntdata"/><Relationship Id="rId36" Type="http://schemas.openxmlformats.org/officeDocument/2006/relationships/font" Target="fonts/font20.fntdata"/><Relationship Id="rId10" Type="http://schemas.openxmlformats.org/officeDocument/2006/relationships/slide" Target="slides/slide4.xml"/><Relationship Id="rId19" Type="http://schemas.openxmlformats.org/officeDocument/2006/relationships/font" Target="fonts/font3.fntdata"/><Relationship Id="rId31" Type="http://schemas.openxmlformats.org/officeDocument/2006/relationships/font" Target="fonts/font15.fntdata"/><Relationship Id="rId44"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font" Target="fonts/font14.fntdata"/><Relationship Id="rId35" Type="http://schemas.openxmlformats.org/officeDocument/2006/relationships/font" Target="fonts/font19.fntdata"/><Relationship Id="rId4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6T09:49:40.618" v="2160" actId="20577"/>
      <pc:docMkLst>
        <pc:docMk/>
      </pc:docMkLst>
      <pc:sldChg chg="modSp mod">
        <pc:chgData name="Graf Thomas, SCS-INI-NET-VNC-E2E" userId="487bc3e3-9ce7-4cdd-b7b4-8899ea88d289" providerId="ADAL" clId="{ADEEF08A-D719-4B50-A383-4105EDA2C206}" dt="2026-07-16T09:49:40.618" v="2160" actId="20577"/>
        <pc:sldMkLst>
          <pc:docMk/>
          <pc:sldMk cId="0" sldId="256"/>
        </pc:sldMkLst>
        <pc:spChg chg="mod">
          <ac:chgData name="Graf Thomas, SCS-INI-NET-VNC-E2E" userId="487bc3e3-9ce7-4cdd-b7b4-8899ea88d289" providerId="ADAL" clId="{ADEEF08A-D719-4B50-A383-4105EDA2C206}" dt="2026-07-16T09:49:35.907" v="2159"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7-16T09:49:40.618" v="2160" actId="20577"/>
          <ac:spMkLst>
            <pc:docMk/>
            <pc:sldMk cId="0" sldId="256"/>
            <ac:spMk id="100" creationId="{00000000-0000-0000-0000-000000000000}"/>
          </ac:spMkLst>
        </pc:spChg>
      </pc:sldChg>
      <pc:sldChg chg="modSp mod">
        <pc:chgData name="Graf Thomas, SCS-INI-NET-VNC-E2E" userId="487bc3e3-9ce7-4cdd-b7b4-8899ea88d289" providerId="ADAL" clId="{ADEEF08A-D719-4B50-A383-4105EDA2C206}" dt="2026-07-16T09:09:16.330" v="864" actId="20577"/>
        <pc:sldMkLst>
          <pc:docMk/>
          <pc:sldMk cId="0" sldId="259"/>
        </pc:sldMkLst>
        <pc:spChg chg="mod">
          <ac:chgData name="Graf Thomas, SCS-INI-NET-VNC-E2E" userId="487bc3e3-9ce7-4cdd-b7b4-8899ea88d289" providerId="ADAL" clId="{ADEEF08A-D719-4B50-A383-4105EDA2C206}" dt="2026-07-16T09:09:16.330" v="864" actId="20577"/>
          <ac:spMkLst>
            <pc:docMk/>
            <pc:sldMk cId="0" sldId="259"/>
            <ac:spMk id="119" creationId="{00000000-0000-0000-0000-000000000000}"/>
          </ac:spMkLst>
        </pc:spChg>
      </pc:sldChg>
      <pc:sldChg chg="modSp mod modShow">
        <pc:chgData name="Graf Thomas, SCS-INI-NET-VNC-E2E" userId="487bc3e3-9ce7-4cdd-b7b4-8899ea88d289" providerId="ADAL" clId="{ADEEF08A-D719-4B50-A383-4105EDA2C206}" dt="2026-07-16T09:19:45.843" v="1133" actId="20577"/>
        <pc:sldMkLst>
          <pc:docMk/>
          <pc:sldMk cId="0" sldId="260"/>
        </pc:sldMkLst>
        <pc:spChg chg="mod">
          <ac:chgData name="Graf Thomas, SCS-INI-NET-VNC-E2E" userId="487bc3e3-9ce7-4cdd-b7b4-8899ea88d289" providerId="ADAL" clId="{ADEEF08A-D719-4B50-A383-4105EDA2C206}" dt="2026-07-16T09:19:45.843" v="1133"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7-16T09:14:13.187" v="1068" actId="20577"/>
        <pc:sldMkLst>
          <pc:docMk/>
          <pc:sldMk cId="3471097262" sldId="261"/>
        </pc:sldMkLst>
        <pc:spChg chg="mod">
          <ac:chgData name="Graf Thomas, SCS-INI-NET-VNC-E2E" userId="487bc3e3-9ce7-4cdd-b7b4-8899ea88d289" providerId="ADAL" clId="{ADEEF08A-D719-4B50-A383-4105EDA2C206}" dt="2026-07-16T09:14:13.187" v="1068"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7-16T09:48:17.577" v="2113" actId="14100"/>
        <pc:sldMkLst>
          <pc:docMk/>
          <pc:sldMk cId="2332748115" sldId="263"/>
        </pc:sldMkLst>
        <pc:picChg chg="del">
          <ac:chgData name="Graf Thomas, SCS-INI-NET-VNC-E2E" userId="487bc3e3-9ce7-4cdd-b7b4-8899ea88d289" providerId="ADAL" clId="{ADEEF08A-D719-4B50-A383-4105EDA2C206}" dt="2026-07-16T09:15:40.378" v="1069" actId="478"/>
          <ac:picMkLst>
            <pc:docMk/>
            <pc:sldMk cId="2332748115" sldId="263"/>
            <ac:picMk id="5" creationId="{7D9875EA-960F-77FB-E964-5AC1532E0964}"/>
          </ac:picMkLst>
        </pc:picChg>
        <pc:picChg chg="add mod">
          <ac:chgData name="Graf Thomas, SCS-INI-NET-VNC-E2E" userId="487bc3e3-9ce7-4cdd-b7b4-8899ea88d289" providerId="ADAL" clId="{ADEEF08A-D719-4B50-A383-4105EDA2C206}" dt="2026-07-16T09:48:17.577" v="2113" actId="14100"/>
          <ac:picMkLst>
            <pc:docMk/>
            <pc:sldMk cId="2332748115" sldId="263"/>
            <ac:picMk id="5" creationId="{E6251B8B-2D34-1702-641D-FEC4208F9F76}"/>
          </ac:picMkLst>
        </pc:picChg>
        <pc:picChg chg="add del mod">
          <ac:chgData name="Graf Thomas, SCS-INI-NET-VNC-E2E" userId="487bc3e3-9ce7-4cdd-b7b4-8899ea88d289" providerId="ADAL" clId="{ADEEF08A-D719-4B50-A383-4105EDA2C206}" dt="2026-07-16T09:48:10.883" v="2109" actId="478"/>
          <ac:picMkLst>
            <pc:docMk/>
            <pc:sldMk cId="2332748115" sldId="263"/>
            <ac:picMk id="6" creationId="{7B4B8BD9-E06D-0001-0C06-F7A8BE76638F}"/>
          </ac:picMkLst>
        </pc:picChg>
      </pc:sldChg>
      <pc:sldChg chg="addSp delSp modSp mod">
        <pc:chgData name="Graf Thomas, SCS-INI-NET-VNC-E2E" userId="487bc3e3-9ce7-4cdd-b7b4-8899ea88d289" providerId="ADAL" clId="{ADEEF08A-D719-4B50-A383-4105EDA2C206}" dt="2026-07-16T09:48:39.286" v="2117" actId="1076"/>
        <pc:sldMkLst>
          <pc:docMk/>
          <pc:sldMk cId="703495152" sldId="264"/>
        </pc:sldMkLst>
        <pc:picChg chg="add del mod">
          <ac:chgData name="Graf Thomas, SCS-INI-NET-VNC-E2E" userId="487bc3e3-9ce7-4cdd-b7b4-8899ea88d289" providerId="ADAL" clId="{ADEEF08A-D719-4B50-A383-4105EDA2C206}" dt="2026-07-16T09:48:35.109" v="2114" actId="478"/>
          <ac:picMkLst>
            <pc:docMk/>
            <pc:sldMk cId="703495152" sldId="264"/>
            <ac:picMk id="5" creationId="{C8BC6838-A831-553D-9CC4-BCCCA60BD7FC}"/>
          </ac:picMkLst>
        </pc:picChg>
        <pc:picChg chg="add mod">
          <ac:chgData name="Graf Thomas, SCS-INI-NET-VNC-E2E" userId="487bc3e3-9ce7-4cdd-b7b4-8899ea88d289" providerId="ADAL" clId="{ADEEF08A-D719-4B50-A383-4105EDA2C206}" dt="2026-07-16T09:48:39.286" v="2117" actId="1076"/>
          <ac:picMkLst>
            <pc:docMk/>
            <pc:sldMk cId="703495152" sldId="264"/>
            <ac:picMk id="6" creationId="{160FE680-BD91-2EC0-7F9B-F818C9B4074C}"/>
          </ac:picMkLst>
        </pc:picChg>
        <pc:picChg chg="del">
          <ac:chgData name="Graf Thomas, SCS-INI-NET-VNC-E2E" userId="487bc3e3-9ce7-4cdd-b7b4-8899ea88d289" providerId="ADAL" clId="{ADEEF08A-D719-4B50-A383-4105EDA2C206}" dt="2026-07-16T09:16:01.356" v="1074" actId="478"/>
          <ac:picMkLst>
            <pc:docMk/>
            <pc:sldMk cId="703495152" sldId="264"/>
            <ac:picMk id="6" creationId="{6C42BB47-46B8-24B3-E7FC-8D01301DFE79}"/>
          </ac:picMkLst>
        </pc:picChg>
      </pc:sldChg>
      <pc:sldChg chg="modSp del mod">
        <pc:chgData name="Graf Thomas, SCS-INI-NET-VNC-E2E" userId="487bc3e3-9ce7-4cdd-b7b4-8899ea88d289" providerId="ADAL" clId="{ADEEF08A-D719-4B50-A383-4105EDA2C206}" dt="2026-07-16T09:47:16.900" v="2106" actId="47"/>
        <pc:sldMkLst>
          <pc:docMk/>
          <pc:sldMk cId="1372742302" sldId="266"/>
        </pc:sldMkLst>
        <pc:spChg chg="mod">
          <ac:chgData name="Graf Thomas, SCS-INI-NET-VNC-E2E" userId="487bc3e3-9ce7-4cdd-b7b4-8899ea88d289" providerId="ADAL" clId="{ADEEF08A-D719-4B50-A383-4105EDA2C206}" dt="2026-07-16T09:18:48.162" v="1124" actId="20577"/>
          <ac:spMkLst>
            <pc:docMk/>
            <pc:sldMk cId="1372742302" sldId="266"/>
            <ac:spMk id="2" creationId="{0B9E15DC-F076-98D2-1BDF-BC01FEC9047B}"/>
          </ac:spMkLst>
        </pc:spChg>
      </pc:sldChg>
      <pc:sldChg chg="del">
        <pc:chgData name="Graf Thomas, SCS-INI-NET-VNC-E2E" userId="487bc3e3-9ce7-4cdd-b7b4-8899ea88d289" providerId="ADAL" clId="{ADEEF08A-D719-4B50-A383-4105EDA2C206}" dt="2026-07-16T09:47:24.918" v="2108" actId="47"/>
        <pc:sldMkLst>
          <pc:docMk/>
          <pc:sldMk cId="1383312952" sldId="267"/>
        </pc:sldMkLst>
      </pc:sldChg>
      <pc:sldChg chg="del">
        <pc:chgData name="Graf Thomas, SCS-INI-NET-VNC-E2E" userId="487bc3e3-9ce7-4cdd-b7b4-8899ea88d289" providerId="ADAL" clId="{ADEEF08A-D719-4B50-A383-4105EDA2C206}" dt="2026-07-16T09:47:24.918" v="2108" actId="47"/>
        <pc:sldMkLst>
          <pc:docMk/>
          <pc:sldMk cId="1659843495" sldId="268"/>
        </pc:sldMkLst>
      </pc:sldChg>
      <pc:sldChg chg="modSp del mod">
        <pc:chgData name="Graf Thomas, SCS-INI-NET-VNC-E2E" userId="487bc3e3-9ce7-4cdd-b7b4-8899ea88d289" providerId="ADAL" clId="{ADEEF08A-D719-4B50-A383-4105EDA2C206}" dt="2026-07-16T09:47:16.900" v="2106" actId="47"/>
        <pc:sldMkLst>
          <pc:docMk/>
          <pc:sldMk cId="2128497270" sldId="269"/>
        </pc:sldMkLst>
        <pc:spChg chg="mod">
          <ac:chgData name="Graf Thomas, SCS-INI-NET-VNC-E2E" userId="487bc3e3-9ce7-4cdd-b7b4-8899ea88d289" providerId="ADAL" clId="{ADEEF08A-D719-4B50-A383-4105EDA2C206}" dt="2026-07-16T09:19:02.597" v="1125" actId="20577"/>
          <ac:spMkLst>
            <pc:docMk/>
            <pc:sldMk cId="2128497270" sldId="269"/>
            <ac:spMk id="2" creationId="{0B9E15DC-F076-98D2-1BDF-BC01FEC9047B}"/>
          </ac:spMkLst>
        </pc:spChg>
      </pc:sldChg>
      <pc:sldChg chg="modSp del mod">
        <pc:chgData name="Graf Thomas, SCS-INI-NET-VNC-E2E" userId="487bc3e3-9ce7-4cdd-b7b4-8899ea88d289" providerId="ADAL" clId="{ADEEF08A-D719-4B50-A383-4105EDA2C206}" dt="2026-07-16T09:17:11.420" v="1113" actId="2696"/>
        <pc:sldMkLst>
          <pc:docMk/>
          <pc:sldMk cId="2434865477" sldId="270"/>
        </pc:sldMkLst>
        <pc:spChg chg="mod">
          <ac:chgData name="Graf Thomas, SCS-INI-NET-VNC-E2E" userId="487bc3e3-9ce7-4cdd-b7b4-8899ea88d289" providerId="ADAL" clId="{ADEEF08A-D719-4B50-A383-4105EDA2C206}" dt="2026-07-16T09:13:51.444" v="1067" actId="20577"/>
          <ac:spMkLst>
            <pc:docMk/>
            <pc:sldMk cId="2434865477" sldId="270"/>
            <ac:spMk id="3" creationId="{DA4A6F5D-9442-B583-BAB9-5A102B90EC22}"/>
          </ac:spMkLst>
        </pc:spChg>
      </pc:sldChg>
      <pc:sldChg chg="addSp delSp modSp del mod">
        <pc:chgData name="Graf Thomas, SCS-INI-NET-VNC-E2E" userId="487bc3e3-9ce7-4cdd-b7b4-8899ea88d289" providerId="ADAL" clId="{ADEEF08A-D719-4B50-A383-4105EDA2C206}" dt="2026-07-16T09:47:18.698" v="2107" actId="47"/>
        <pc:sldMkLst>
          <pc:docMk/>
          <pc:sldMk cId="1859012803" sldId="271"/>
        </pc:sldMkLst>
        <pc:spChg chg="mod">
          <ac:chgData name="Graf Thomas, SCS-INI-NET-VNC-E2E" userId="487bc3e3-9ce7-4cdd-b7b4-8899ea88d289" providerId="ADAL" clId="{ADEEF08A-D719-4B50-A383-4105EDA2C206}" dt="2026-07-16T09:16:30.343" v="1108" actId="20577"/>
          <ac:spMkLst>
            <pc:docMk/>
            <pc:sldMk cId="1859012803" sldId="271"/>
            <ac:spMk id="2" creationId="{0B9E15DC-F076-98D2-1BDF-BC01FEC9047B}"/>
          </ac:spMkLst>
        </pc:spChg>
        <pc:spChg chg="del mod">
          <ac:chgData name="Graf Thomas, SCS-INI-NET-VNC-E2E" userId="487bc3e3-9ce7-4cdd-b7b4-8899ea88d289" providerId="ADAL" clId="{ADEEF08A-D719-4B50-A383-4105EDA2C206}" dt="2026-07-16T09:17:49.129" v="1120" actId="478"/>
          <ac:spMkLst>
            <pc:docMk/>
            <pc:sldMk cId="1859012803" sldId="271"/>
            <ac:spMk id="3" creationId="{24D281E7-F8E0-9C4E-FACE-B48E30DA03D5}"/>
          </ac:spMkLst>
        </pc:spChg>
        <pc:spChg chg="add mod">
          <ac:chgData name="Graf Thomas, SCS-INI-NET-VNC-E2E" userId="487bc3e3-9ce7-4cdd-b7b4-8899ea88d289" providerId="ADAL" clId="{ADEEF08A-D719-4B50-A383-4105EDA2C206}" dt="2026-07-16T09:18:06.653" v="1123" actId="1076"/>
          <ac:spMkLst>
            <pc:docMk/>
            <pc:sldMk cId="1859012803" sldId="271"/>
            <ac:spMk id="9" creationId="{7D37B510-93C9-AA3C-B299-9519676CBF6E}"/>
          </ac:spMkLst>
        </pc:spChg>
        <pc:picChg chg="del">
          <ac:chgData name="Graf Thomas, SCS-INI-NET-VNC-E2E" userId="487bc3e3-9ce7-4cdd-b7b4-8899ea88d289" providerId="ADAL" clId="{ADEEF08A-D719-4B50-A383-4105EDA2C206}" dt="2026-07-16T09:16:44.152" v="1109" actId="478"/>
          <ac:picMkLst>
            <pc:docMk/>
            <pc:sldMk cId="1859012803" sldId="271"/>
            <ac:picMk id="6" creationId="{85C6D280-0516-F8D3-85BF-7CA106FAF3CA}"/>
          </ac:picMkLst>
        </pc:picChg>
        <pc:picChg chg="add mod">
          <ac:chgData name="Graf Thomas, SCS-INI-NET-VNC-E2E" userId="487bc3e3-9ce7-4cdd-b7b4-8899ea88d289" providerId="ADAL" clId="{ADEEF08A-D719-4B50-A383-4105EDA2C206}" dt="2026-07-16T09:16:49.815" v="1112" actId="1076"/>
          <ac:picMkLst>
            <pc:docMk/>
            <pc:sldMk cId="1859012803" sldId="271"/>
            <ac:picMk id="7" creationId="{2A4CF8FD-B7B0-9349-9F58-15E1143956C9}"/>
          </ac:picMkLst>
        </pc:picChg>
      </pc:sldChg>
      <pc:sldChg chg="del">
        <pc:chgData name="Graf Thomas, SCS-INI-NET-VNC-E2E" userId="487bc3e3-9ce7-4cdd-b7b4-8899ea88d289" providerId="ADAL" clId="{ADEEF08A-D719-4B50-A383-4105EDA2C206}" dt="2026-07-16T09:19:27.094" v="1127" actId="47"/>
        <pc:sldMkLst>
          <pc:docMk/>
          <pc:sldMk cId="915069421" sldId="273"/>
        </pc:sldMkLst>
      </pc:sldChg>
      <pc:sldChg chg="addSp delSp modSp add mod">
        <pc:chgData name="Graf Thomas, SCS-INI-NET-VNC-E2E" userId="487bc3e3-9ce7-4cdd-b7b4-8899ea88d289" providerId="ADAL" clId="{ADEEF08A-D719-4B50-A383-4105EDA2C206}" dt="2026-07-16T09:49:22.469" v="2158" actId="255"/>
        <pc:sldMkLst>
          <pc:docMk/>
          <pc:sldMk cId="1774228576" sldId="273"/>
        </pc:sldMkLst>
        <pc:spChg chg="mod">
          <ac:chgData name="Graf Thomas, SCS-INI-NET-VNC-E2E" userId="487bc3e3-9ce7-4cdd-b7b4-8899ea88d289" providerId="ADAL" clId="{ADEEF08A-D719-4B50-A383-4105EDA2C206}" dt="2026-07-16T09:49:22.469" v="2158" actId="255"/>
          <ac:spMkLst>
            <pc:docMk/>
            <pc:sldMk cId="1774228576" sldId="273"/>
            <ac:spMk id="2" creationId="{867BF7E4-BAF8-FC7F-2755-364CB1463A25}"/>
          </ac:spMkLst>
        </pc:spChg>
        <pc:picChg chg="add mod">
          <ac:chgData name="Graf Thomas, SCS-INI-NET-VNC-E2E" userId="487bc3e3-9ce7-4cdd-b7b4-8899ea88d289" providerId="ADAL" clId="{ADEEF08A-D719-4B50-A383-4105EDA2C206}" dt="2026-07-16T09:49:02.992" v="2123" actId="1076"/>
          <ac:picMkLst>
            <pc:docMk/>
            <pc:sldMk cId="1774228576" sldId="273"/>
            <ac:picMk id="5" creationId="{24EAC992-1A21-CCDA-317A-F5A7ADE32B9E}"/>
          </ac:picMkLst>
        </pc:picChg>
        <pc:picChg chg="del">
          <ac:chgData name="Graf Thomas, SCS-INI-NET-VNC-E2E" userId="487bc3e3-9ce7-4cdd-b7b4-8899ea88d289" providerId="ADAL" clId="{ADEEF08A-D719-4B50-A383-4105EDA2C206}" dt="2026-07-16T09:48:55.286" v="2119" actId="478"/>
          <ac:picMkLst>
            <pc:docMk/>
            <pc:sldMk cId="1774228576" sldId="273"/>
            <ac:picMk id="6" creationId="{AE307775-F9CD-2F4A-3B9C-F62AEBE0853F}"/>
          </ac:picMkLst>
        </pc:picChg>
      </pc:sldChg>
      <pc:sldChg chg="addSp modSp add del mod">
        <pc:chgData name="Graf Thomas, SCS-INI-NET-VNC-E2E" userId="487bc3e3-9ce7-4cdd-b7b4-8899ea88d289" providerId="ADAL" clId="{ADEEF08A-D719-4B50-A383-4105EDA2C206}" dt="2026-07-16T09:47:16.900" v="2106" actId="47"/>
        <pc:sldMkLst>
          <pc:docMk/>
          <pc:sldMk cId="3043113463" sldId="273"/>
        </pc:sldMkLst>
        <pc:spChg chg="mod">
          <ac:chgData name="Graf Thomas, SCS-INI-NET-VNC-E2E" userId="487bc3e3-9ce7-4cdd-b7b4-8899ea88d289" providerId="ADAL" clId="{ADEEF08A-D719-4B50-A383-4105EDA2C206}" dt="2026-07-16T09:22:39.135" v="1145" actId="20577"/>
          <ac:spMkLst>
            <pc:docMk/>
            <pc:sldMk cId="3043113463" sldId="273"/>
            <ac:spMk id="2" creationId="{2793D84D-BA3F-4BC3-05B1-F1C6985A58BA}"/>
          </ac:spMkLst>
        </pc:spChg>
        <pc:spChg chg="mod">
          <ac:chgData name="Graf Thomas, SCS-INI-NET-VNC-E2E" userId="487bc3e3-9ce7-4cdd-b7b4-8899ea88d289" providerId="ADAL" clId="{ADEEF08A-D719-4B50-A383-4105EDA2C206}" dt="2026-07-16T09:46:35.853" v="2105" actId="1076"/>
          <ac:spMkLst>
            <pc:docMk/>
            <pc:sldMk cId="3043113463" sldId="273"/>
            <ac:spMk id="3" creationId="{4C3CFCCD-25C3-F0B8-5E3F-E0F483354B56}"/>
          </ac:spMkLst>
        </pc:spChg>
        <pc:spChg chg="add mod">
          <ac:chgData name="Graf Thomas, SCS-INI-NET-VNC-E2E" userId="487bc3e3-9ce7-4cdd-b7b4-8899ea88d289" providerId="ADAL" clId="{ADEEF08A-D719-4B50-A383-4105EDA2C206}" dt="2026-07-16T09:45:26.124" v="2085" actId="1076"/>
          <ac:spMkLst>
            <pc:docMk/>
            <pc:sldMk cId="3043113463" sldId="273"/>
            <ac:spMk id="8" creationId="{828DC0BA-F80F-FD0F-448C-2F7FEF399C05}"/>
          </ac:spMkLst>
        </pc:spChg>
        <pc:picChg chg="add mod">
          <ac:chgData name="Graf Thomas, SCS-INI-NET-VNC-E2E" userId="487bc3e3-9ce7-4cdd-b7b4-8899ea88d289" providerId="ADAL" clId="{ADEEF08A-D719-4B50-A383-4105EDA2C206}" dt="2026-07-16T09:45:26.124" v="2085" actId="1076"/>
          <ac:picMkLst>
            <pc:docMk/>
            <pc:sldMk cId="3043113463" sldId="273"/>
            <ac:picMk id="6" creationId="{BA2358F9-E859-21E8-71CB-113CB451D16A}"/>
          </ac:picMkLst>
        </pc:picChg>
      </pc:sldChg>
      <pc:sldChg chg="add del">
        <pc:chgData name="Graf Thomas, SCS-INI-NET-VNC-E2E" userId="487bc3e3-9ce7-4cdd-b7b4-8899ea88d289" providerId="ADAL" clId="{ADEEF08A-D719-4B50-A383-4105EDA2C206}" dt="2026-03-16T02:22:09.813" v="337" actId="47"/>
        <pc:sldMkLst>
          <pc:docMk/>
          <pc:sldMk cId="752615359" sldId="274"/>
        </pc:sldMkLst>
      </pc:sldChg>
      <pc:sldChg chg="addSp modSp add del mod ord">
        <pc:chgData name="Graf Thomas, SCS-INI-NET-VNC-E2E" userId="487bc3e3-9ce7-4cdd-b7b4-8899ea88d289" providerId="ADAL" clId="{ADEEF08A-D719-4B50-A383-4105EDA2C206}" dt="2026-07-16T09:19:27.094" v="1127" actId="47"/>
        <pc:sldMkLst>
          <pc:docMk/>
          <pc:sldMk cId="1104703509" sldId="274"/>
        </pc:sldMkLst>
      </pc:sldChg>
      <pc:sldChg chg="add del ord">
        <pc:chgData name="Graf Thomas, SCS-INI-NET-VNC-E2E" userId="487bc3e3-9ce7-4cdd-b7b4-8899ea88d289" providerId="ADAL" clId="{ADEEF08A-D719-4B50-A383-4105EDA2C206}" dt="2026-03-16T02:52:04.115" v="589" actId="47"/>
        <pc:sldMkLst>
          <pc:docMk/>
          <pc:sldMk cId="1432535309" sldId="275"/>
        </pc:sldMkLst>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9BBB3-5E84-E9BA-EE9E-2BF0EA4E58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D3C65-23F1-4E26-8AEC-E6A4F246FBF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3A23473-8317-598D-1010-6A8CF9A4C0B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012057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notes.ietf.org/notes-ietf-126-bmwg-ipp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26</a:t>
            </a:r>
            <a:r>
              <a:rPr lang="en-US" sz="3600" dirty="0">
                <a:latin typeface="Inter"/>
                <a:ea typeface="Inter"/>
                <a:cs typeface="Inter"/>
                <a:sym typeface="Inter"/>
              </a:rPr>
              <a:t> BMWG &amp; IPPM (2)</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a:solidFill>
                  <a:srgbClr val="FFFFFF"/>
                </a:solidFill>
                <a:latin typeface="Inter"/>
                <a:ea typeface="Inter"/>
                <a:cs typeface="Inter"/>
                <a:sym typeface="Inter"/>
              </a:rPr>
              <a:t>23 </a:t>
            </a:r>
            <a:r>
              <a:rPr lang="en-US" sz="2100" dirty="0">
                <a:solidFill>
                  <a:srgbClr val="FFFFFF"/>
                </a:solidFill>
                <a:latin typeface="Inter"/>
                <a:ea typeface="Inter"/>
                <a:cs typeface="Inter"/>
                <a:sym typeface="Inter"/>
              </a:rPr>
              <a:t>July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126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https://notes.ietf.org/notes-ietf-126-bmwg-ippm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a:t>
            </a:fld>
            <a:endParaRPr lang="en-US" dirty="0"/>
          </a:p>
        </p:txBody>
      </p:sp>
      <p:pic>
        <p:nvPicPr>
          <p:cNvPr id="5" name="Picture 4">
            <a:extLst>
              <a:ext uri="{FF2B5EF4-FFF2-40B4-BE49-F238E27FC236}">
                <a16:creationId xmlns:a16="http://schemas.microsoft.com/office/drawing/2014/main" id="{E6251B8B-2D34-1702-641D-FEC4208F9F76}"/>
              </a:ext>
            </a:extLst>
          </p:cNvPr>
          <p:cNvPicPr>
            <a:picLocks noChangeAspect="1"/>
          </p:cNvPicPr>
          <p:nvPr/>
        </p:nvPicPr>
        <p:blipFill>
          <a:blip r:embed="rId2"/>
          <a:stretch>
            <a:fillRect/>
          </a:stretch>
        </p:blipFill>
        <p:spPr>
          <a:xfrm>
            <a:off x="534473" y="1909301"/>
            <a:ext cx="5326213" cy="3015976"/>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7</a:t>
            </a:fld>
            <a:endParaRPr lang="en-US" dirty="0"/>
          </a:p>
        </p:txBody>
      </p:sp>
      <p:pic>
        <p:nvPicPr>
          <p:cNvPr id="6" name="Picture 5">
            <a:extLst>
              <a:ext uri="{FF2B5EF4-FFF2-40B4-BE49-F238E27FC236}">
                <a16:creationId xmlns:a16="http://schemas.microsoft.com/office/drawing/2014/main" id="{160FE680-BD91-2EC0-7F9B-F818C9B4074C}"/>
              </a:ext>
            </a:extLst>
          </p:cNvPr>
          <p:cNvPicPr>
            <a:picLocks noChangeAspect="1"/>
          </p:cNvPicPr>
          <p:nvPr/>
        </p:nvPicPr>
        <p:blipFill>
          <a:blip r:embed="rId3"/>
          <a:stretch>
            <a:fillRect/>
          </a:stretch>
        </p:blipFill>
        <p:spPr>
          <a:xfrm>
            <a:off x="540913" y="1934465"/>
            <a:ext cx="5934464" cy="2790333"/>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E71B2-311F-2B04-BA97-DCBA1ED97C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7BF7E4-BAF8-FC7F-2755-364CB1463A25}"/>
              </a:ext>
            </a:extLst>
          </p:cNvPr>
          <p:cNvSpPr>
            <a:spLocks noGrp="1"/>
          </p:cNvSpPr>
          <p:nvPr>
            <p:ph type="title"/>
          </p:nvPr>
        </p:nvSpPr>
        <p:spPr/>
        <p:txBody>
          <a:bodyPr anchor="ctr"/>
          <a:lstStyle/>
          <a:p>
            <a:r>
              <a:rPr lang="en-US" dirty="0"/>
              <a:t>Agenda – Lightning Talks </a:t>
            </a:r>
            <a:r>
              <a:rPr lang="en-US" sz="2200" dirty="0"/>
              <a:t>(if time permits)</a:t>
            </a:r>
          </a:p>
        </p:txBody>
      </p:sp>
      <p:sp>
        <p:nvSpPr>
          <p:cNvPr id="4" name="Slide Number Placeholder 3">
            <a:extLst>
              <a:ext uri="{FF2B5EF4-FFF2-40B4-BE49-F238E27FC236}">
                <a16:creationId xmlns:a16="http://schemas.microsoft.com/office/drawing/2014/main" id="{0657D5D9-7843-6E5E-B832-79752E2CA806}"/>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5" name="Picture 4">
            <a:extLst>
              <a:ext uri="{FF2B5EF4-FFF2-40B4-BE49-F238E27FC236}">
                <a16:creationId xmlns:a16="http://schemas.microsoft.com/office/drawing/2014/main" id="{24EAC992-1A21-CCDA-317A-F5A7ADE32B9E}"/>
              </a:ext>
            </a:extLst>
          </p:cNvPr>
          <p:cNvPicPr>
            <a:picLocks noChangeAspect="1"/>
          </p:cNvPicPr>
          <p:nvPr/>
        </p:nvPicPr>
        <p:blipFill>
          <a:blip r:embed="rId3"/>
          <a:stretch>
            <a:fillRect/>
          </a:stretch>
        </p:blipFill>
        <p:spPr>
          <a:xfrm>
            <a:off x="471900" y="2059863"/>
            <a:ext cx="6815788" cy="2111497"/>
          </a:xfrm>
          <a:prstGeom prst="rect">
            <a:avLst/>
          </a:prstGeom>
        </p:spPr>
      </p:pic>
    </p:spTree>
    <p:extLst>
      <p:ext uri="{BB962C8B-B14F-4D97-AF65-F5344CB8AC3E}">
        <p14:creationId xmlns:p14="http://schemas.microsoft.com/office/powerpoint/2010/main" val="17742285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126 </a:t>
            </a:r>
            <a:r>
              <a:rPr lang="de-CH" dirty="0"/>
              <a:t>Vienna</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9</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Props1.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2.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D7021EF-4D3D-4708-92FB-F2CD02CEF7A1}">
  <ds:schemaRefs>
    <ds:schemaRef ds:uri="http://purl.org/dc/elements/1.1/"/>
    <ds:schemaRef ds:uri="3e5e162a-5953-4fde-83b3-9639e6ab13bb"/>
    <ds:schemaRef ds:uri="266fa233-377d-43d6-82a1-e70154e55ff7"/>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http://schemas.microsoft.com/office/2006/metadata/properties"/>
    <ds:schemaRef ds:uri="http://www.w3.org/XML/1998/namespace"/>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863</Words>
  <Application>Microsoft Office PowerPoint</Application>
  <PresentationFormat>On-screen Show (16:9)</PresentationFormat>
  <Paragraphs>57</Paragraphs>
  <Slides>9</Slides>
  <Notes>8</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9</vt:i4>
      </vt:variant>
    </vt:vector>
  </HeadingPairs>
  <TitlesOfParts>
    <vt:vector size="19" baseType="lpstr">
      <vt:lpstr>Open Sans</vt:lpstr>
      <vt:lpstr>Arial</vt:lpstr>
      <vt:lpstr>Montserrat</vt:lpstr>
      <vt:lpstr>Open Sans SemiBold</vt:lpstr>
      <vt:lpstr>Roboto</vt:lpstr>
      <vt:lpstr>Open Sans Medium</vt:lpstr>
      <vt:lpstr>Inter</vt:lpstr>
      <vt:lpstr>Material</vt:lpstr>
      <vt:lpstr>IETF Template</vt:lpstr>
      <vt:lpstr>1_IETF Template</vt:lpstr>
      <vt:lpstr>IETF 126 BMWG &amp; IPPM (2)</vt:lpstr>
      <vt:lpstr>Note Well</vt:lpstr>
      <vt:lpstr>Note Really Well</vt:lpstr>
      <vt:lpstr>IETF 126 Meeting Tips</vt:lpstr>
      <vt:lpstr>Notetaker</vt:lpstr>
      <vt:lpstr>Agenda – Working Group Documents</vt:lpstr>
      <vt:lpstr>Agenda – Proposed Work</vt:lpstr>
      <vt:lpstr>Agenda – Lightning Talks (if time permits)</vt:lpstr>
      <vt:lpstr>Resources for IETF 126 Vienna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30</cp:revision>
  <dcterms:modified xsi:type="dcterms:W3CDTF">2026-07-16T09:49:41Z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1773045390</vt:lpwstr>
  </property>
</Properties>
</file>