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1"/>
  </p:notesMasterIdLst>
  <p:sldIdLst>
    <p:sldId id="256" r:id="rId7"/>
    <p:sldId id="272" r:id="rId8"/>
    <p:sldId id="258" r:id="rId9"/>
    <p:sldId id="259" r:id="rId10"/>
    <p:sldId id="268" r:id="rId11"/>
    <p:sldId id="267" r:id="rId12"/>
    <p:sldId id="261" r:id="rId13"/>
    <p:sldId id="263" r:id="rId14"/>
    <p:sldId id="264" r:id="rId15"/>
    <p:sldId id="271" r:id="rId16"/>
    <p:sldId id="266" r:id="rId17"/>
    <p:sldId id="269" r:id="rId18"/>
    <p:sldId id="273" r:id="rId19"/>
    <p:sldId id="260" r:id="rId20"/>
  </p:sldIdLst>
  <p:sldSz cx="9144000" cy="5143500" type="screen16x9"/>
  <p:notesSz cx="6858000" cy="9144000"/>
  <p:embeddedFontLst>
    <p:embeddedFont>
      <p:font typeface="Inter" panose="020B0604020202020204" charset="0"/>
      <p:regular r:id="rId22"/>
      <p:bold r:id="rId23"/>
      <p:italic r:id="rId24"/>
      <p:boldItalic r:id="rId25"/>
    </p:embeddedFont>
    <p:embeddedFont>
      <p:font typeface="Montserrat" panose="00000500000000000000" pitchFamily="2" charset="0"/>
      <p:regular r:id="rId26"/>
      <p:bold r:id="rId27"/>
      <p:italic r:id="rId28"/>
      <p:boldItalic r:id="rId29"/>
    </p:embeddedFont>
    <p:embeddedFont>
      <p:font typeface="Open Sans" panose="020B0606030504020204" pitchFamily="34" charset="0"/>
      <p:regular r:id="rId30"/>
      <p:bold r:id="rId31"/>
      <p:italic r:id="rId32"/>
      <p:boldItalic r:id="rId33"/>
    </p:embeddedFont>
    <p:embeddedFont>
      <p:font typeface="Open Sans Medium" panose="020B0604020202020204" charset="0"/>
      <p:regular r:id="rId34"/>
      <p:bold r:id="rId35"/>
      <p:italic r:id="rId36"/>
      <p:boldItalic r:id="rId37"/>
    </p:embeddedFont>
    <p:embeddedFont>
      <p:font typeface="Open Sans SemiBold" panose="020B0706030804020204" pitchFamily="34" charset="0"/>
      <p:bold r:id="rId38"/>
      <p:boldItalic r:id="rId39"/>
    </p:embeddedFont>
    <p:embeddedFont>
      <p:font typeface="Roboto" panose="02000000000000000000" pitchFamily="2" charset="0"/>
      <p:regular r:id="rId40"/>
      <p:bold r:id="rId41"/>
      <p:italic r:id="rId42"/>
      <p:boldItalic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30CFF-6EB8-4A6F-AC26-1A45B7C3A0D4}" v="61" dt="2026-07-16T10:09:19.6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5.fntdata"/><Relationship Id="rId39" Type="http://schemas.openxmlformats.org/officeDocument/2006/relationships/font" Target="fonts/font18.fntdata"/><Relationship Id="rId3" Type="http://schemas.openxmlformats.org/officeDocument/2006/relationships/customXml" Target="../customXml/item3.xml"/><Relationship Id="rId21" Type="http://schemas.openxmlformats.org/officeDocument/2006/relationships/notesMaster" Target="notesMasters/notesMaster1.xml"/><Relationship Id="rId34" Type="http://schemas.openxmlformats.org/officeDocument/2006/relationships/font" Target="fonts/font13.fntdata"/><Relationship Id="rId42" Type="http://schemas.openxmlformats.org/officeDocument/2006/relationships/font" Target="fonts/font21.fntdata"/><Relationship Id="rId47"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font" Target="fonts/font17.fntdata"/><Relationship Id="rId46"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8.fntdata"/><Relationship Id="rId41" Type="http://schemas.openxmlformats.org/officeDocument/2006/relationships/font" Target="fonts/font20.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font" Target="fonts/font16.fntdata"/><Relationship Id="rId40" Type="http://schemas.openxmlformats.org/officeDocument/2006/relationships/font" Target="fonts/font19.fntdata"/><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49"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10.fntdata"/><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43" Type="http://schemas.openxmlformats.org/officeDocument/2006/relationships/font" Target="fonts/font22.fntdata"/><Relationship Id="rId48" Type="http://schemas.microsoft.com/office/2016/11/relationships/changesInfo" Target="changesInfos/changesInfo1.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22T04:50:58.353" v="2555" actId="1076"/>
      <pc:docMkLst>
        <pc:docMk/>
      </pc:docMkLst>
      <pc:sldChg chg="modSp mod">
        <pc:chgData name="Graf Thomas, SCS-INI-NET-VNC-E2E" userId="487bc3e3-9ce7-4cdd-b7b4-8899ea88d289" providerId="ADAL" clId="{ADEEF08A-D719-4B50-A383-4105EDA2C206}" dt="2026-07-16T09:07:51.053" v="863" actId="20577"/>
        <pc:sldMkLst>
          <pc:docMk/>
          <pc:sldMk cId="0" sldId="256"/>
        </pc:sldMkLst>
        <pc:spChg chg="mod">
          <ac:chgData name="Graf Thomas, SCS-INI-NET-VNC-E2E" userId="487bc3e3-9ce7-4cdd-b7b4-8899ea88d289" providerId="ADAL" clId="{ADEEF08A-D719-4B50-A383-4105EDA2C206}" dt="2026-07-16T09:07:51.053" v="863"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7-16T09:07:46.035" v="858" actId="20577"/>
          <ac:spMkLst>
            <pc:docMk/>
            <pc:sldMk cId="0" sldId="256"/>
            <ac:spMk id="100" creationId="{00000000-0000-0000-0000-000000000000}"/>
          </ac:spMkLst>
        </pc:spChg>
      </pc:sldChg>
      <pc:sldChg chg="modSp mod">
        <pc:chgData name="Graf Thomas, SCS-INI-NET-VNC-E2E" userId="487bc3e3-9ce7-4cdd-b7b4-8899ea88d289" providerId="ADAL" clId="{ADEEF08A-D719-4B50-A383-4105EDA2C206}" dt="2026-07-16T09:09:16.330" v="864" actId="20577"/>
        <pc:sldMkLst>
          <pc:docMk/>
          <pc:sldMk cId="0" sldId="259"/>
        </pc:sldMkLst>
        <pc:spChg chg="mod">
          <ac:chgData name="Graf Thomas, SCS-INI-NET-VNC-E2E" userId="487bc3e3-9ce7-4cdd-b7b4-8899ea88d289" providerId="ADAL" clId="{ADEEF08A-D719-4B50-A383-4105EDA2C206}" dt="2026-07-16T09:09:16.330" v="864" actId="20577"/>
          <ac:spMkLst>
            <pc:docMk/>
            <pc:sldMk cId="0" sldId="259"/>
            <ac:spMk id="119" creationId="{00000000-0000-0000-0000-000000000000}"/>
          </ac:spMkLst>
        </pc:spChg>
      </pc:sldChg>
      <pc:sldChg chg="modSp mod modShow">
        <pc:chgData name="Graf Thomas, SCS-INI-NET-VNC-E2E" userId="487bc3e3-9ce7-4cdd-b7b4-8899ea88d289" providerId="ADAL" clId="{ADEEF08A-D719-4B50-A383-4105EDA2C206}" dt="2026-07-16T09:19:45.843" v="1133" actId="20577"/>
        <pc:sldMkLst>
          <pc:docMk/>
          <pc:sldMk cId="0" sldId="260"/>
        </pc:sldMkLst>
        <pc:spChg chg="mod">
          <ac:chgData name="Graf Thomas, SCS-INI-NET-VNC-E2E" userId="487bc3e3-9ce7-4cdd-b7b4-8899ea88d289" providerId="ADAL" clId="{ADEEF08A-D719-4B50-A383-4105EDA2C206}" dt="2026-07-16T09:19:45.843" v="1133"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7-16T09:14:13.187" v="1068" actId="20577"/>
        <pc:sldMkLst>
          <pc:docMk/>
          <pc:sldMk cId="3471097262" sldId="261"/>
        </pc:sldMkLst>
        <pc:spChg chg="mod">
          <ac:chgData name="Graf Thomas, SCS-INI-NET-VNC-E2E" userId="487bc3e3-9ce7-4cdd-b7b4-8899ea88d289" providerId="ADAL" clId="{ADEEF08A-D719-4B50-A383-4105EDA2C206}" dt="2026-07-16T09:14:13.187" v="1068"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7-22T04:50:22.519" v="2548" actId="1076"/>
        <pc:sldMkLst>
          <pc:docMk/>
          <pc:sldMk cId="2332748115" sldId="263"/>
        </pc:sldMkLst>
        <pc:picChg chg="add mod">
          <ac:chgData name="Graf Thomas, SCS-INI-NET-VNC-E2E" userId="487bc3e3-9ce7-4cdd-b7b4-8899ea88d289" providerId="ADAL" clId="{ADEEF08A-D719-4B50-A383-4105EDA2C206}" dt="2026-07-22T04:50:22.519" v="2548" actId="1076"/>
          <ac:picMkLst>
            <pc:docMk/>
            <pc:sldMk cId="2332748115" sldId="263"/>
            <ac:picMk id="5" creationId="{1651A5FE-BC22-A772-4A2B-C1C3EDC951C6}"/>
          </ac:picMkLst>
        </pc:picChg>
        <pc:picChg chg="add del mod">
          <ac:chgData name="Graf Thomas, SCS-INI-NET-VNC-E2E" userId="487bc3e3-9ce7-4cdd-b7b4-8899ea88d289" providerId="ADAL" clId="{ADEEF08A-D719-4B50-A383-4105EDA2C206}" dt="2026-07-22T04:50:18.837" v="2546" actId="478"/>
          <ac:picMkLst>
            <pc:docMk/>
            <pc:sldMk cId="2332748115" sldId="263"/>
            <ac:picMk id="6" creationId="{7B4B8BD9-E06D-0001-0C06-F7A8BE76638F}"/>
          </ac:picMkLst>
        </pc:picChg>
      </pc:sldChg>
      <pc:sldChg chg="addSp delSp modSp mod">
        <pc:chgData name="Graf Thomas, SCS-INI-NET-VNC-E2E" userId="487bc3e3-9ce7-4cdd-b7b4-8899ea88d289" providerId="ADAL" clId="{ADEEF08A-D719-4B50-A383-4105EDA2C206}" dt="2026-07-22T04:50:39.782" v="2552" actId="1076"/>
        <pc:sldMkLst>
          <pc:docMk/>
          <pc:sldMk cId="703495152" sldId="264"/>
        </pc:sldMkLst>
        <pc:picChg chg="add del mod">
          <ac:chgData name="Graf Thomas, SCS-INI-NET-VNC-E2E" userId="487bc3e3-9ce7-4cdd-b7b4-8899ea88d289" providerId="ADAL" clId="{ADEEF08A-D719-4B50-A383-4105EDA2C206}" dt="2026-07-22T04:49:38.974" v="2542" actId="478"/>
          <ac:picMkLst>
            <pc:docMk/>
            <pc:sldMk cId="703495152" sldId="264"/>
            <ac:picMk id="5" creationId="{C8BC6838-A831-553D-9CC4-BCCCA60BD7FC}"/>
          </ac:picMkLst>
        </pc:picChg>
        <pc:picChg chg="add del mod">
          <ac:chgData name="Graf Thomas, SCS-INI-NET-VNC-E2E" userId="487bc3e3-9ce7-4cdd-b7b4-8899ea88d289" providerId="ADAL" clId="{ADEEF08A-D719-4B50-A383-4105EDA2C206}" dt="2026-07-22T04:49:49.775" v="2545" actId="478"/>
          <ac:picMkLst>
            <pc:docMk/>
            <pc:sldMk cId="703495152" sldId="264"/>
            <ac:picMk id="6" creationId="{827AD177-E2DC-8BB8-AEE6-5FEEDDA39E6A}"/>
          </ac:picMkLst>
        </pc:picChg>
        <pc:picChg chg="add mod">
          <ac:chgData name="Graf Thomas, SCS-INI-NET-VNC-E2E" userId="487bc3e3-9ce7-4cdd-b7b4-8899ea88d289" providerId="ADAL" clId="{ADEEF08A-D719-4B50-A383-4105EDA2C206}" dt="2026-07-22T04:50:39.782" v="2552" actId="1076"/>
          <ac:picMkLst>
            <pc:docMk/>
            <pc:sldMk cId="703495152" sldId="264"/>
            <ac:picMk id="8" creationId="{DDD54163-A364-7404-5FA2-B9996C09DC5C}"/>
          </ac:picMkLst>
        </pc:picChg>
      </pc:sldChg>
      <pc:sldChg chg="addSp delSp modSp mod">
        <pc:chgData name="Graf Thomas, SCS-INI-NET-VNC-E2E" userId="487bc3e3-9ce7-4cdd-b7b4-8899ea88d289" providerId="ADAL" clId="{ADEEF08A-D719-4B50-A383-4105EDA2C206}" dt="2026-07-16T10:02:18.705" v="2325" actId="22"/>
        <pc:sldMkLst>
          <pc:docMk/>
          <pc:sldMk cId="1372742302" sldId="266"/>
        </pc:sldMkLst>
        <pc:spChg chg="mod">
          <ac:chgData name="Graf Thomas, SCS-INI-NET-VNC-E2E" userId="487bc3e3-9ce7-4cdd-b7b4-8899ea88d289" providerId="ADAL" clId="{ADEEF08A-D719-4B50-A383-4105EDA2C206}" dt="2026-07-16T09:18:48.162" v="1124" actId="20577"/>
          <ac:spMkLst>
            <pc:docMk/>
            <pc:sldMk cId="1372742302" sldId="266"/>
            <ac:spMk id="2" creationId="{0B9E15DC-F076-98D2-1BDF-BC01FEC9047B}"/>
          </ac:spMkLst>
        </pc:spChg>
        <pc:spChg chg="mod">
          <ac:chgData name="Graf Thomas, SCS-INI-NET-VNC-E2E" userId="487bc3e3-9ce7-4cdd-b7b4-8899ea88d289" providerId="ADAL" clId="{ADEEF08A-D719-4B50-A383-4105EDA2C206}" dt="2026-07-16T09:57:35.829" v="2212" actId="20577"/>
          <ac:spMkLst>
            <pc:docMk/>
            <pc:sldMk cId="1372742302" sldId="266"/>
            <ac:spMk id="3" creationId="{FED4E835-D652-159B-D0CD-7FC58A509645}"/>
          </ac:spMkLst>
        </pc:spChg>
      </pc:sldChg>
      <pc:sldChg chg="modSp mod">
        <pc:chgData name="Graf Thomas, SCS-INI-NET-VNC-E2E" userId="487bc3e3-9ce7-4cdd-b7b4-8899ea88d289" providerId="ADAL" clId="{ADEEF08A-D719-4B50-A383-4105EDA2C206}" dt="2026-07-16T10:09:20.508" v="2524" actId="6549"/>
        <pc:sldMkLst>
          <pc:docMk/>
          <pc:sldMk cId="2128497270" sldId="269"/>
        </pc:sldMkLst>
        <pc:spChg chg="mod">
          <ac:chgData name="Graf Thomas, SCS-INI-NET-VNC-E2E" userId="487bc3e3-9ce7-4cdd-b7b4-8899ea88d289" providerId="ADAL" clId="{ADEEF08A-D719-4B50-A383-4105EDA2C206}" dt="2026-07-16T10:06:13.713" v="2431" actId="790"/>
          <ac:spMkLst>
            <pc:docMk/>
            <pc:sldMk cId="2128497270" sldId="269"/>
            <ac:spMk id="2" creationId="{0B9E15DC-F076-98D2-1BDF-BC01FEC9047B}"/>
          </ac:spMkLst>
        </pc:spChg>
        <pc:spChg chg="mod">
          <ac:chgData name="Graf Thomas, SCS-INI-NET-VNC-E2E" userId="487bc3e3-9ce7-4cdd-b7b4-8899ea88d289" providerId="ADAL" clId="{ADEEF08A-D719-4B50-A383-4105EDA2C206}" dt="2026-07-16T10:09:20.508" v="2524" actId="6549"/>
          <ac:spMkLst>
            <pc:docMk/>
            <pc:sldMk cId="2128497270" sldId="269"/>
            <ac:spMk id="3" creationId="{FED4E835-D652-159B-D0CD-7FC58A509645}"/>
          </ac:spMkLst>
        </pc:spChg>
        <pc:spChg chg="mod">
          <ac:chgData name="Graf Thomas, SCS-INI-NET-VNC-E2E" userId="487bc3e3-9ce7-4cdd-b7b4-8899ea88d289" providerId="ADAL" clId="{ADEEF08A-D719-4B50-A383-4105EDA2C206}" dt="2026-07-16T10:06:13.713" v="2431" actId="790"/>
          <ac:spMkLst>
            <pc:docMk/>
            <pc:sldMk cId="2128497270" sldId="269"/>
            <ac:spMk id="4" creationId="{D216BDC7-4DE9-D9D5-0725-BBEF6CFE8DF1}"/>
          </ac:spMkLst>
        </pc:spChg>
      </pc:sldChg>
      <pc:sldChg chg="modSp del mod">
        <pc:chgData name="Graf Thomas, SCS-INI-NET-VNC-E2E" userId="487bc3e3-9ce7-4cdd-b7b4-8899ea88d289" providerId="ADAL" clId="{ADEEF08A-D719-4B50-A383-4105EDA2C206}" dt="2026-07-16T09:17:11.420" v="1113" actId="2696"/>
        <pc:sldMkLst>
          <pc:docMk/>
          <pc:sldMk cId="2434865477" sldId="270"/>
        </pc:sldMkLst>
      </pc:sldChg>
      <pc:sldChg chg="addSp delSp modSp mod">
        <pc:chgData name="Graf Thomas, SCS-INI-NET-VNC-E2E" userId="487bc3e3-9ce7-4cdd-b7b4-8899ea88d289" providerId="ADAL" clId="{ADEEF08A-D719-4B50-A383-4105EDA2C206}" dt="2026-07-22T04:50:58.353" v="2555" actId="1076"/>
        <pc:sldMkLst>
          <pc:docMk/>
          <pc:sldMk cId="1859012803" sldId="271"/>
        </pc:sldMkLst>
        <pc:spChg chg="mod">
          <ac:chgData name="Graf Thomas, SCS-INI-NET-VNC-E2E" userId="487bc3e3-9ce7-4cdd-b7b4-8899ea88d289" providerId="ADAL" clId="{ADEEF08A-D719-4B50-A383-4105EDA2C206}" dt="2026-07-16T09:16:30.343" v="1108" actId="20577"/>
          <ac:spMkLst>
            <pc:docMk/>
            <pc:sldMk cId="1859012803" sldId="271"/>
            <ac:spMk id="2" creationId="{0B9E15DC-F076-98D2-1BDF-BC01FEC9047B}"/>
          </ac:spMkLst>
        </pc:spChg>
        <pc:spChg chg="add mod">
          <ac:chgData name="Graf Thomas, SCS-INI-NET-VNC-E2E" userId="487bc3e3-9ce7-4cdd-b7b4-8899ea88d289" providerId="ADAL" clId="{ADEEF08A-D719-4B50-A383-4105EDA2C206}" dt="2026-07-16T09:18:06.653" v="1123" actId="1076"/>
          <ac:spMkLst>
            <pc:docMk/>
            <pc:sldMk cId="1859012803" sldId="271"/>
            <ac:spMk id="9" creationId="{7D37B510-93C9-AA3C-B299-9519676CBF6E}"/>
          </ac:spMkLst>
        </pc:spChg>
        <pc:picChg chg="add mod">
          <ac:chgData name="Graf Thomas, SCS-INI-NET-VNC-E2E" userId="487bc3e3-9ce7-4cdd-b7b4-8899ea88d289" providerId="ADAL" clId="{ADEEF08A-D719-4B50-A383-4105EDA2C206}" dt="2026-07-22T04:50:58.353" v="2555" actId="1076"/>
          <ac:picMkLst>
            <pc:docMk/>
            <pc:sldMk cId="1859012803" sldId="271"/>
            <ac:picMk id="5" creationId="{AEB91EE9-B558-492B-0B4C-5692B5522C42}"/>
          </ac:picMkLst>
        </pc:picChg>
        <pc:picChg chg="add del mod">
          <ac:chgData name="Graf Thomas, SCS-INI-NET-VNC-E2E" userId="487bc3e3-9ce7-4cdd-b7b4-8899ea88d289" providerId="ADAL" clId="{ADEEF08A-D719-4B50-A383-4105EDA2C206}" dt="2026-07-22T04:50:55.273" v="2553" actId="478"/>
          <ac:picMkLst>
            <pc:docMk/>
            <pc:sldMk cId="1859012803" sldId="271"/>
            <ac:picMk id="7" creationId="{2A4CF8FD-B7B0-9349-9F58-15E1143956C9}"/>
          </ac:picMkLst>
        </pc:picChg>
      </pc:sldChg>
      <pc:sldChg chg="del">
        <pc:chgData name="Graf Thomas, SCS-INI-NET-VNC-E2E" userId="487bc3e3-9ce7-4cdd-b7b4-8899ea88d289" providerId="ADAL" clId="{ADEEF08A-D719-4B50-A383-4105EDA2C206}" dt="2026-07-16T09:19:27.094" v="1127" actId="47"/>
        <pc:sldMkLst>
          <pc:docMk/>
          <pc:sldMk cId="915069421" sldId="273"/>
        </pc:sldMkLst>
      </pc:sldChg>
      <pc:sldChg chg="addSp modSp add mod">
        <pc:chgData name="Graf Thomas, SCS-INI-NET-VNC-E2E" userId="487bc3e3-9ce7-4cdd-b7b4-8899ea88d289" providerId="ADAL" clId="{ADEEF08A-D719-4B50-A383-4105EDA2C206}" dt="2026-07-16T10:10:50.107" v="2541" actId="255"/>
        <pc:sldMkLst>
          <pc:docMk/>
          <pc:sldMk cId="3043113463" sldId="273"/>
        </pc:sldMkLst>
        <pc:spChg chg="mod">
          <ac:chgData name="Graf Thomas, SCS-INI-NET-VNC-E2E" userId="487bc3e3-9ce7-4cdd-b7b4-8899ea88d289" providerId="ADAL" clId="{ADEEF08A-D719-4B50-A383-4105EDA2C206}" dt="2026-07-16T09:22:39.135" v="1145" actId="20577"/>
          <ac:spMkLst>
            <pc:docMk/>
            <pc:sldMk cId="3043113463" sldId="273"/>
            <ac:spMk id="2" creationId="{2793D84D-BA3F-4BC3-05B1-F1C6985A58BA}"/>
          </ac:spMkLst>
        </pc:spChg>
        <pc:spChg chg="mod">
          <ac:chgData name="Graf Thomas, SCS-INI-NET-VNC-E2E" userId="487bc3e3-9ce7-4cdd-b7b4-8899ea88d289" providerId="ADAL" clId="{ADEEF08A-D719-4B50-A383-4105EDA2C206}" dt="2026-07-16T10:10:35.494" v="2539" actId="948"/>
          <ac:spMkLst>
            <pc:docMk/>
            <pc:sldMk cId="3043113463" sldId="273"/>
            <ac:spMk id="3" creationId="{4C3CFCCD-25C3-F0B8-5E3F-E0F483354B56}"/>
          </ac:spMkLst>
        </pc:spChg>
        <pc:spChg chg="add mod">
          <ac:chgData name="Graf Thomas, SCS-INI-NET-VNC-E2E" userId="487bc3e3-9ce7-4cdd-b7b4-8899ea88d289" providerId="ADAL" clId="{ADEEF08A-D719-4B50-A383-4105EDA2C206}" dt="2026-07-16T10:10:50.107" v="2541" actId="255"/>
          <ac:spMkLst>
            <pc:docMk/>
            <pc:sldMk cId="3043113463" sldId="273"/>
            <ac:spMk id="8" creationId="{828DC0BA-F80F-FD0F-448C-2F7FEF399C05}"/>
          </ac:spMkLst>
        </pc:spChg>
        <pc:picChg chg="add mod">
          <ac:chgData name="Graf Thomas, SCS-INI-NET-VNC-E2E" userId="487bc3e3-9ce7-4cdd-b7b4-8899ea88d289" providerId="ADAL" clId="{ADEEF08A-D719-4B50-A383-4105EDA2C206}" dt="2026-07-16T09:45:26.124" v="2085" actId="1076"/>
          <ac:picMkLst>
            <pc:docMk/>
            <pc:sldMk cId="3043113463" sldId="273"/>
            <ac:picMk id="6" creationId="{BA2358F9-E859-21E8-71CB-113CB451D16A}"/>
          </ac:picMkLst>
        </pc:picChg>
      </pc:sldChg>
      <pc:sldChg chg="add del">
        <pc:chgData name="Graf Thomas, SCS-INI-NET-VNC-E2E" userId="487bc3e3-9ce7-4cdd-b7b4-8899ea88d289" providerId="ADAL" clId="{ADEEF08A-D719-4B50-A383-4105EDA2C206}" dt="2026-03-16T02:22:09.813" v="337" actId="47"/>
        <pc:sldMkLst>
          <pc:docMk/>
          <pc:sldMk cId="752615359" sldId="274"/>
        </pc:sldMkLst>
      </pc:sldChg>
      <pc:sldChg chg="addSp modSp add del mod ord">
        <pc:chgData name="Graf Thomas, SCS-INI-NET-VNC-E2E" userId="487bc3e3-9ce7-4cdd-b7b4-8899ea88d289" providerId="ADAL" clId="{ADEEF08A-D719-4B50-A383-4105EDA2C206}" dt="2026-07-16T09:19:27.094" v="1127" actId="47"/>
        <pc:sldMkLst>
          <pc:docMk/>
          <pc:sldMk cId="1104703509" sldId="274"/>
        </pc:sldMkLst>
      </pc:sldChg>
      <pc:sldChg chg="add del ord">
        <pc:chgData name="Graf Thomas, SCS-INI-NET-VNC-E2E" userId="487bc3e3-9ce7-4cdd-b7b4-8899ea88d289" providerId="ADAL" clId="{ADEEF08A-D719-4B50-A383-4105EDA2C206}" dt="2026-03-16T02:52:04.115" v="589" actId="47"/>
        <pc:sldMkLst>
          <pc:docMk/>
          <pc:sldMk cId="1432535309" sldId="275"/>
        </pc:sldMkLst>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06AFD-D99E-BD69-00B5-F84181FF9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547881-52C4-2732-BACB-844055D6ADB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33A933B-77D8-8EA8-6278-6B194CFC46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55668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126-bmwg-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ietf-ippm/wg-charter/blob/main/ippm-bmwg-joint.md"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hyperlink" Target="https://datatracker.ietf.org/doc/draft-ietf-bmwg-mlrsearch/"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datatracker.ietf.org/doc/draft-ietf-bmwg-network-tester-cfg/"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datatracker.ietf.org/doc/draft-ietf-ippm-alt-mark-yang/" TargetMode="External"/><Relationship Id="rId3" Type="http://schemas.openxmlformats.org/officeDocument/2006/relationships/hyperlink" Target="https://datatracker.ietf.org/doc/draft-ietf-ippm-connectivity-monitoring/" TargetMode="External"/><Relationship Id="rId7" Type="http://schemas.openxmlformats.org/officeDocument/2006/relationships/hyperlink" Target="https://datatracker.ietf.org/doc/draft-ietf-ippm-alt-mark-deploymen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datatracker.ietf.org/doc/draft-ietf-ippm-stamp-ext-hdr/" TargetMode="External"/><Relationship Id="rId11" Type="http://schemas.openxmlformats.org/officeDocument/2006/relationships/hyperlink" Target="https://datatracker.ietf.org/doc/draft-ietf-ippm-ioam-integrity-yang/" TargetMode="External"/><Relationship Id="rId5" Type="http://schemas.openxmlformats.org/officeDocument/2006/relationships/hyperlink" Target="https://datatracker.ietf.org/doc/draft-ietf-ippm-hybrid-two-step/" TargetMode="External"/><Relationship Id="rId10" Type="http://schemas.openxmlformats.org/officeDocument/2006/relationships/hyperlink" Target="https://datatracker.ietf.org/doc/draft-ietf-ippm-ioam-data-integrity/" TargetMode="External"/><Relationship Id="rId4" Type="http://schemas.openxmlformats.org/officeDocument/2006/relationships/hyperlink" Target="https://datatracker.ietf.org/doc/draft-ietf-ippm-qoo/" TargetMode="External"/><Relationship Id="rId9" Type="http://schemas.openxmlformats.org/officeDocument/2006/relationships/hyperlink" Target="https://datatracker.ietf.org/doc/draft-ietf-ippm-asymmetrical-pkts/"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datatracker.ietf.org/doc/bcp161/" TargetMode="External"/><Relationship Id="rId7" Type="http://schemas.openxmlformats.org/officeDocument/2006/relationships/hyperlink" Target="https://datatracker.ietf.org/doc/html/draft-ietf-ippm-asymmetrical-pkt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mailarchive.ietf.org/arch/msg/ippm/mLhjuga9b-gGYs91mSmfdqA1VP8/" TargetMode="External"/><Relationship Id="rId5" Type="http://schemas.openxmlformats.org/officeDocument/2006/relationships/hyperlink" Target="https://datatracker.ietf.org/doc/rfc10014/" TargetMode="External"/><Relationship Id="rId4" Type="http://schemas.openxmlformats.org/officeDocument/2006/relationships/hyperlink" Target="https://datatracker.ietf.org/doc/rfc6291/" TargetMode="External"/><Relationship Id="rId9" Type="http://schemas.openxmlformats.org/officeDocument/2006/relationships/hyperlink" Target="https://datatracker.ietf.org/doc/status-change-ippm-active-passive-method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26</a:t>
            </a:r>
            <a:r>
              <a:rPr lang="en-US" sz="3600" dirty="0">
                <a:latin typeface="Inter"/>
                <a:ea typeface="Inter"/>
                <a:cs typeface="Inter"/>
                <a:sym typeface="Inter"/>
              </a:rPr>
              <a:t> BMWG &amp; IPPM (1)</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22 July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126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https://notes.ietf.org/notes-ietf-126-bmwg-ippm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5" name="Picture 4">
            <a:extLst>
              <a:ext uri="{FF2B5EF4-FFF2-40B4-BE49-F238E27FC236}">
                <a16:creationId xmlns:a16="http://schemas.microsoft.com/office/drawing/2014/main" id="{1651A5FE-BC22-A772-4A2B-C1C3EDC951C6}"/>
              </a:ext>
            </a:extLst>
          </p:cNvPr>
          <p:cNvPicPr>
            <a:picLocks noChangeAspect="1"/>
          </p:cNvPicPr>
          <p:nvPr/>
        </p:nvPicPr>
        <p:blipFill>
          <a:blip r:embed="rId2"/>
          <a:stretch>
            <a:fillRect/>
          </a:stretch>
        </p:blipFill>
        <p:spPr>
          <a:xfrm>
            <a:off x="471900" y="2064684"/>
            <a:ext cx="7744906" cy="2314898"/>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8" name="Picture 7">
            <a:extLst>
              <a:ext uri="{FF2B5EF4-FFF2-40B4-BE49-F238E27FC236}">
                <a16:creationId xmlns:a16="http://schemas.microsoft.com/office/drawing/2014/main" id="{DDD54163-A364-7404-5FA2-B9996C09DC5C}"/>
              </a:ext>
            </a:extLst>
          </p:cNvPr>
          <p:cNvPicPr>
            <a:picLocks noChangeAspect="1"/>
          </p:cNvPicPr>
          <p:nvPr/>
        </p:nvPicPr>
        <p:blipFill>
          <a:blip r:embed="rId3"/>
          <a:stretch>
            <a:fillRect/>
          </a:stretch>
        </p:blipFill>
        <p:spPr>
          <a:xfrm>
            <a:off x="471900" y="1986288"/>
            <a:ext cx="6592103" cy="2738510"/>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Charter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sp>
        <p:nvSpPr>
          <p:cNvPr id="9" name="TextBox 8">
            <a:extLst>
              <a:ext uri="{FF2B5EF4-FFF2-40B4-BE49-F238E27FC236}">
                <a16:creationId xmlns:a16="http://schemas.microsoft.com/office/drawing/2014/main" id="{7D37B510-93C9-AA3C-B299-9519676CBF6E}"/>
              </a:ext>
            </a:extLst>
          </p:cNvPr>
          <p:cNvSpPr txBox="1"/>
          <p:nvPr/>
        </p:nvSpPr>
        <p:spPr>
          <a:xfrm>
            <a:off x="573110" y="3612267"/>
            <a:ext cx="7477190" cy="738664"/>
          </a:xfrm>
          <a:prstGeom prst="rect">
            <a:avLst/>
          </a:prstGeom>
          <a:noFill/>
        </p:spPr>
        <p:txBody>
          <a:bodyPr wrap="square">
            <a:spAutoFit/>
          </a:bodyPr>
          <a:lstStyle/>
          <a:p>
            <a:r>
              <a:rPr lang="en-US" sz="1400" dirty="0"/>
              <a:t>We reserved 20min time at the end of this session where we discuss with Qin Wu together your feedback and comments on the proposed joint charter </a:t>
            </a:r>
            <a:r>
              <a:rPr lang="en-US" sz="1400" dirty="0">
                <a:hlinkClick r:id="rId3"/>
              </a:rPr>
              <a:t>https://github.com/ietf-ippm/wg-charter/blob/main/ippm-bmwg-joint.md</a:t>
            </a:r>
            <a:r>
              <a:rPr lang="en-US" sz="1400" dirty="0"/>
              <a:t> and deciding the name of the joint working group.</a:t>
            </a:r>
          </a:p>
        </p:txBody>
      </p:sp>
      <p:pic>
        <p:nvPicPr>
          <p:cNvPr id="5" name="Picture 4">
            <a:extLst>
              <a:ext uri="{FF2B5EF4-FFF2-40B4-BE49-F238E27FC236}">
                <a16:creationId xmlns:a16="http://schemas.microsoft.com/office/drawing/2014/main" id="{AEB91EE9-B558-492B-0B4C-5692B5522C42}"/>
              </a:ext>
            </a:extLst>
          </p:cNvPr>
          <p:cNvPicPr>
            <a:picLocks noChangeAspect="1"/>
          </p:cNvPicPr>
          <p:nvPr/>
        </p:nvPicPr>
        <p:blipFill>
          <a:blip r:embed="rId4"/>
          <a:stretch>
            <a:fillRect/>
          </a:stretch>
        </p:blipFill>
        <p:spPr>
          <a:xfrm>
            <a:off x="573110" y="2134400"/>
            <a:ext cx="7611537" cy="981212"/>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125</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395008" cy="2710201"/>
          </a:xfrm>
        </p:spPr>
        <p:txBody>
          <a:bodyPr/>
          <a:lstStyle/>
          <a:p>
            <a:pPr>
              <a:spcBef>
                <a:spcPts val="1200"/>
              </a:spcBef>
            </a:pPr>
            <a:r>
              <a:rPr lang="de-CH" sz="1400" b="1" dirty="0">
                <a:hlinkClick r:id="rId3"/>
              </a:rPr>
              <a:t>draft-</a:t>
            </a:r>
            <a:r>
              <a:rPr lang="de-CH" sz="1400" b="1" dirty="0" err="1">
                <a:hlinkClick r:id="rId3"/>
              </a:rPr>
              <a:t>ietf</a:t>
            </a:r>
            <a:r>
              <a:rPr lang="de-CH" sz="1400" b="1" dirty="0">
                <a:hlinkClick r:id="rId3"/>
              </a:rPr>
              <a:t>-bmwg-</a:t>
            </a:r>
            <a:r>
              <a:rPr lang="de-CH" sz="1400" b="1" dirty="0" err="1">
                <a:hlinkClick r:id="rId3"/>
              </a:rPr>
              <a:t>sr</a:t>
            </a:r>
            <a:r>
              <a:rPr lang="de-CH" sz="1400" b="1" dirty="0">
                <a:hlinkClick r:id="rId3"/>
              </a:rPr>
              <a:t>-</a:t>
            </a:r>
            <a:r>
              <a:rPr lang="de-CH" sz="1400" b="1" dirty="0" err="1">
                <a:hlinkClick r:id="rId3"/>
              </a:rPr>
              <a:t>bench-meth</a:t>
            </a:r>
            <a:r>
              <a:rPr lang="de-CH" sz="1400" b="1" dirty="0">
                <a:hlinkClick r:id="rId3"/>
              </a:rPr>
              <a:t> </a:t>
            </a:r>
            <a:r>
              <a:rPr lang="en-US" sz="1400" dirty="0"/>
              <a:t>Submitted to IESG for Publication. Received AD review. Awaiting reviews from RTGDIR and PERFMETRDIR.</a:t>
            </a:r>
          </a:p>
          <a:p>
            <a:pPr>
              <a:spcBef>
                <a:spcPts val="1200"/>
              </a:spcBef>
            </a:pPr>
            <a:r>
              <a:rPr lang="de-CH" sz="1400" b="1" dirty="0">
                <a:hlinkClick r:id="rId4"/>
              </a:rPr>
              <a:t>draft-</a:t>
            </a:r>
            <a:r>
              <a:rPr lang="de-CH" sz="1400" b="1" dirty="0" err="1">
                <a:hlinkClick r:id="rId4"/>
              </a:rPr>
              <a:t>ietf</a:t>
            </a:r>
            <a:r>
              <a:rPr lang="de-CH" sz="1400" b="1" dirty="0">
                <a:hlinkClick r:id="rId4"/>
              </a:rPr>
              <a:t>-bmwg-network-tester-</a:t>
            </a:r>
            <a:r>
              <a:rPr lang="de-CH" sz="1400" b="1" dirty="0" err="1">
                <a:hlinkClick r:id="rId4"/>
              </a:rPr>
              <a:t>cfg</a:t>
            </a:r>
            <a:r>
              <a:rPr lang="de-CH" sz="1400" dirty="0"/>
              <a:t> RFC Ed Queue</a:t>
            </a:r>
          </a:p>
          <a:p>
            <a:pPr>
              <a:spcBef>
                <a:spcPts val="1200"/>
              </a:spcBef>
            </a:pPr>
            <a:r>
              <a:rPr lang="de-CH" sz="1400" b="1" dirty="0">
                <a:hlinkClick r:id="rId3"/>
              </a:rPr>
              <a:t>draft-</a:t>
            </a:r>
            <a:r>
              <a:rPr lang="de-CH" sz="1400" b="1" dirty="0" err="1">
                <a:hlinkClick r:id="rId3"/>
              </a:rPr>
              <a:t>ietf</a:t>
            </a:r>
            <a:r>
              <a:rPr lang="de-CH" sz="1400" b="1" dirty="0">
                <a:hlinkClick r:id="rId3"/>
              </a:rPr>
              <a:t>-bmwg-</a:t>
            </a:r>
            <a:r>
              <a:rPr lang="de-CH" sz="1400" b="1" dirty="0" err="1">
                <a:hlinkClick r:id="rId3"/>
              </a:rPr>
              <a:t>mlrsearch</a:t>
            </a:r>
            <a:r>
              <a:rPr lang="de-CH" sz="1400" b="1" dirty="0"/>
              <a:t> </a:t>
            </a:r>
            <a:r>
              <a:rPr lang="en-US" sz="1400" dirty="0"/>
              <a:t>in RFC Ed Queue</a:t>
            </a:r>
            <a:endParaRPr lang="de-CH" sz="1400" dirty="0"/>
          </a:p>
        </p:txBody>
      </p:sp>
    </p:spTree>
    <p:extLst>
      <p:ext uri="{BB962C8B-B14F-4D97-AF65-F5344CB8AC3E}">
        <p14:creationId xmlns:p14="http://schemas.microsoft.com/office/powerpoint/2010/main" val="13727423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noProof="0" dirty="0"/>
              <a:t>IPPM Document Updates Since IETF 125</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noProof="0" smtClean="0"/>
              <a:t>12</a:t>
            </a:fld>
            <a:endParaRPr lang="en-US" noProof="0"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70468"/>
            <a:ext cx="8505845" cy="2658807"/>
          </a:xfrm>
        </p:spPr>
        <p:txBody>
          <a:bodyPr/>
          <a:lstStyle/>
          <a:p>
            <a:pPr>
              <a:spcBef>
                <a:spcPts val="600"/>
              </a:spcBef>
            </a:pPr>
            <a:r>
              <a:rPr lang="en-US" sz="1400" noProof="0" dirty="0">
                <a:hlinkClick r:id="rId3"/>
              </a:rPr>
              <a:t>draft-ietf-ippm-connectivity-monitoring-13</a:t>
            </a:r>
            <a:r>
              <a:rPr lang="en-US" sz="1400" noProof="0" dirty="0"/>
              <a:t>, parked document (</a:t>
            </a:r>
            <a:r>
              <a:rPr lang="en-US" sz="1400" b="1" noProof="0" dirty="0"/>
              <a:t>on agenda today</a:t>
            </a:r>
            <a:r>
              <a:rPr lang="en-US" sz="1400" noProof="0" dirty="0"/>
              <a:t>)</a:t>
            </a:r>
          </a:p>
          <a:p>
            <a:pPr>
              <a:spcBef>
                <a:spcPts val="600"/>
              </a:spcBef>
            </a:pPr>
            <a:r>
              <a:rPr lang="en-US" sz="1400" noProof="0" dirty="0">
                <a:hlinkClick r:id="rId4"/>
              </a:rPr>
              <a:t>draft-ietf-ippm-qoo-11</a:t>
            </a:r>
            <a:r>
              <a:rPr lang="en-US" sz="1400" noProof="0" dirty="0"/>
              <a:t>, RFC Ed Queue, </a:t>
            </a:r>
            <a:r>
              <a:rPr lang="en-US" sz="1400" dirty="0"/>
              <a:t>(</a:t>
            </a:r>
            <a:r>
              <a:rPr lang="en-US" sz="1400" b="1" dirty="0"/>
              <a:t>on agenda today</a:t>
            </a:r>
            <a:r>
              <a:rPr lang="en-US" sz="1400" dirty="0"/>
              <a:t>)</a:t>
            </a:r>
            <a:endParaRPr lang="en-US" sz="1400" noProof="0" dirty="0"/>
          </a:p>
          <a:p>
            <a:pPr>
              <a:spcBef>
                <a:spcPts val="600"/>
              </a:spcBef>
            </a:pPr>
            <a:r>
              <a:rPr lang="en-US" sz="1400" noProof="0" dirty="0">
                <a:hlinkClick r:id="rId5"/>
              </a:rPr>
              <a:t>draft-ietf-ippm-hybrid-two-step-06</a:t>
            </a:r>
            <a:r>
              <a:rPr lang="en-US" sz="1400" noProof="0" dirty="0"/>
              <a:t>, AD review </a:t>
            </a:r>
            <a:r>
              <a:rPr lang="en-US" sz="1400" dirty="0"/>
              <a:t>received </a:t>
            </a:r>
            <a:r>
              <a:rPr lang="en-US" sz="1400" b="1" dirty="0"/>
              <a:t>(on agenda tomorrow)</a:t>
            </a:r>
          </a:p>
          <a:p>
            <a:pPr>
              <a:spcBef>
                <a:spcPts val="600"/>
              </a:spcBef>
            </a:pPr>
            <a:r>
              <a:rPr lang="en-US" sz="1400" dirty="0">
                <a:hlinkClick r:id="rId6"/>
              </a:rPr>
              <a:t>draft-ietf-ippm-stamp-ext-hdr-11</a:t>
            </a:r>
            <a:r>
              <a:rPr lang="en-US" sz="1400" dirty="0"/>
              <a:t>, </a:t>
            </a:r>
            <a:r>
              <a:rPr lang="en-US" sz="1400" dirty="0">
                <a:hlinkClick r:id="rId7"/>
              </a:rPr>
              <a:t>draft-ietf-ippm-alt-mark-deployment-07 </a:t>
            </a:r>
            <a:r>
              <a:rPr lang="en-US" sz="1400" dirty="0"/>
              <a:t>and </a:t>
            </a:r>
            <a:br>
              <a:rPr lang="en-US" sz="1400" dirty="0"/>
            </a:br>
            <a:r>
              <a:rPr lang="en-US" sz="1400" dirty="0">
                <a:hlinkClick r:id="rId8"/>
              </a:rPr>
              <a:t>draft-ietf-ippm-alt-mark-yang-04 </a:t>
            </a:r>
            <a:r>
              <a:rPr lang="en-US" sz="1400" dirty="0"/>
              <a:t>in WG last call (</a:t>
            </a:r>
            <a:r>
              <a:rPr lang="en-US" sz="1400" b="1" dirty="0"/>
              <a:t>on agenda tomorrow</a:t>
            </a:r>
            <a:r>
              <a:rPr lang="en-US" sz="1400" dirty="0"/>
              <a:t>)</a:t>
            </a:r>
          </a:p>
          <a:p>
            <a:pPr>
              <a:spcBef>
                <a:spcPts val="600"/>
              </a:spcBef>
            </a:pPr>
            <a:r>
              <a:rPr lang="en-US" sz="1400" dirty="0">
                <a:hlinkClick r:id="rId9"/>
              </a:rPr>
              <a:t>draft-ietf-ippm-asymmetrical-pkts-14</a:t>
            </a:r>
            <a:r>
              <a:rPr lang="en-US" sz="1400" dirty="0"/>
              <a:t>, RFC Ed Queue</a:t>
            </a:r>
          </a:p>
          <a:p>
            <a:pPr>
              <a:spcBef>
                <a:spcPts val="600"/>
              </a:spcBef>
            </a:pPr>
            <a:r>
              <a:rPr lang="en-US" sz="1400" dirty="0">
                <a:hlinkClick r:id="rId10"/>
              </a:rPr>
              <a:t>draft-ietf-ippm-ioam-data-integrity-19</a:t>
            </a:r>
            <a:r>
              <a:rPr lang="en-US" sz="1400" dirty="0"/>
              <a:t>, IESG Evaluation</a:t>
            </a:r>
          </a:p>
          <a:p>
            <a:pPr>
              <a:spcBef>
                <a:spcPts val="600"/>
              </a:spcBef>
            </a:pPr>
            <a:r>
              <a:rPr lang="en-US" sz="1400" dirty="0">
                <a:hlinkClick r:id="rId11"/>
              </a:rPr>
              <a:t>draft-ietf-ippm-ioam-integrity-yang-08</a:t>
            </a:r>
            <a:r>
              <a:rPr lang="en-US" sz="1400" dirty="0"/>
              <a:t>, Submitted to IESG for Publication</a:t>
            </a:r>
          </a:p>
          <a:p>
            <a:pPr marL="114300" indent="0">
              <a:spcBef>
                <a:spcPts val="600"/>
              </a:spcBef>
              <a:buNone/>
            </a:pPr>
            <a:endParaRPr lang="en-US" sz="1400" b="1" dirty="0"/>
          </a:p>
        </p:txBody>
      </p:sp>
    </p:spTree>
    <p:extLst>
      <p:ext uri="{BB962C8B-B14F-4D97-AF65-F5344CB8AC3E}">
        <p14:creationId xmlns:p14="http://schemas.microsoft.com/office/powerpoint/2010/main" val="2128497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5AE71-EDF6-0091-4BD2-5BB11FDEC8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3D84D-BA3F-4BC3-05B1-F1C6985A58BA}"/>
              </a:ext>
            </a:extLst>
          </p:cNvPr>
          <p:cNvSpPr>
            <a:spLocks noGrp="1"/>
          </p:cNvSpPr>
          <p:nvPr>
            <p:ph type="title"/>
          </p:nvPr>
        </p:nvSpPr>
        <p:spPr/>
        <p:txBody>
          <a:bodyPr anchor="ctr"/>
          <a:lstStyle/>
          <a:p>
            <a:r>
              <a:rPr lang="en-US" sz="3200" dirty="0"/>
              <a:t>RFC 7799bis</a:t>
            </a:r>
          </a:p>
        </p:txBody>
      </p:sp>
      <p:sp>
        <p:nvSpPr>
          <p:cNvPr id="4" name="Slide Number Placeholder 3">
            <a:extLst>
              <a:ext uri="{FF2B5EF4-FFF2-40B4-BE49-F238E27FC236}">
                <a16:creationId xmlns:a16="http://schemas.microsoft.com/office/drawing/2014/main" id="{476B1DED-3529-7970-B74C-1F263BCC4DFF}"/>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3" name="Text Placeholder 2">
            <a:extLst>
              <a:ext uri="{FF2B5EF4-FFF2-40B4-BE49-F238E27FC236}">
                <a16:creationId xmlns:a16="http://schemas.microsoft.com/office/drawing/2014/main" id="{4C3CFCCD-25C3-F0B8-5E3F-E0F483354B56}"/>
              </a:ext>
            </a:extLst>
          </p:cNvPr>
          <p:cNvSpPr>
            <a:spLocks noGrp="1"/>
          </p:cNvSpPr>
          <p:nvPr>
            <p:ph type="body" idx="1"/>
          </p:nvPr>
        </p:nvSpPr>
        <p:spPr>
          <a:xfrm>
            <a:off x="3881906" y="1801338"/>
            <a:ext cx="5133304" cy="2964037"/>
          </a:xfrm>
        </p:spPr>
        <p:txBody>
          <a:bodyPr/>
          <a:lstStyle/>
          <a:p>
            <a:pPr marL="365760" indent="-274320">
              <a:spcBef>
                <a:spcPts val="600"/>
              </a:spcBef>
              <a:buFont typeface="Arial" panose="020B0604020202020204" pitchFamily="34" charset="0"/>
              <a:buChar char="•"/>
            </a:pPr>
            <a:r>
              <a:rPr lang="en-US" sz="1200" noProof="0" dirty="0"/>
              <a:t>RFC 7799 is well established, widely used, referenced, and has been considered for being </a:t>
            </a:r>
            <a:r>
              <a:rPr lang="en-US" sz="1200" noProof="0" dirty="0">
                <a:hlinkClick r:id="rId3"/>
              </a:rPr>
              <a:t>BCP 161 </a:t>
            </a:r>
            <a:r>
              <a:rPr lang="en-US" sz="1200" noProof="0" dirty="0"/>
              <a:t>(Best Common Practice) together with </a:t>
            </a:r>
            <a:r>
              <a:rPr lang="en-US" sz="1200" noProof="0" dirty="0">
                <a:hlinkClick r:id="rId4"/>
              </a:rPr>
              <a:t>RFC 6291</a:t>
            </a:r>
            <a:r>
              <a:rPr lang="en-US" sz="1200" noProof="0" dirty="0"/>
              <a:t> and </a:t>
            </a:r>
            <a:r>
              <a:rPr lang="en-US" sz="1200" noProof="0" dirty="0">
                <a:hlinkClick r:id="rId5"/>
              </a:rPr>
              <a:t>RFC 10014</a:t>
            </a:r>
            <a:r>
              <a:rPr lang="en-US" sz="1200" noProof="0" dirty="0"/>
              <a:t>.</a:t>
            </a:r>
          </a:p>
          <a:p>
            <a:pPr marL="365760" indent="-274320">
              <a:spcBef>
                <a:spcPts val="600"/>
              </a:spcBef>
              <a:buFont typeface="Arial" panose="020B0604020202020204" pitchFamily="34" charset="0"/>
              <a:buChar char="•"/>
            </a:pPr>
            <a:r>
              <a:rPr lang="en-US" sz="1200" noProof="0" dirty="0"/>
              <a:t>At the IESG last call, the proposal </a:t>
            </a:r>
            <a:r>
              <a:rPr lang="en-US" sz="1200" noProof="0" dirty="0">
                <a:hlinkClick r:id="rId6"/>
              </a:rPr>
              <a:t>received the feedback</a:t>
            </a:r>
            <a:r>
              <a:rPr lang="en-US" sz="1200" noProof="0" dirty="0"/>
              <a:t> that since it is already 10years old, a refresh would be appreciated. </a:t>
            </a:r>
            <a:r>
              <a:rPr lang="en-US" sz="1200" dirty="0"/>
              <a:t>Giuseppe has taken the initiative and published </a:t>
            </a:r>
            <a:br>
              <a:rPr lang="en-US" sz="1200" dirty="0"/>
            </a:br>
            <a:r>
              <a:rPr lang="en-US" sz="1200" noProof="0" dirty="0">
                <a:hlinkClick r:id="rId7"/>
              </a:rPr>
              <a:t>draft-fioccola-ippm-rfc7799bis </a:t>
            </a:r>
            <a:r>
              <a:rPr lang="en-US" sz="1200" noProof="0" dirty="0"/>
              <a:t>(many thanks!)</a:t>
            </a:r>
            <a:r>
              <a:rPr lang="en-US" sz="1200" dirty="0"/>
              <a:t>. </a:t>
            </a:r>
          </a:p>
          <a:p>
            <a:pPr marL="365760" indent="-274320">
              <a:spcBef>
                <a:spcPts val="600"/>
              </a:spcBef>
              <a:buFont typeface="Arial" panose="020B0604020202020204" pitchFamily="34" charset="0"/>
              <a:buChar char="•"/>
            </a:pPr>
            <a:r>
              <a:rPr lang="en-US" sz="1200" dirty="0"/>
              <a:t>Please review and comment on the mailing list on the following thread: </a:t>
            </a:r>
            <a:r>
              <a:rPr lang="en-US" sz="1200" dirty="0">
                <a:hlinkClick r:id="rId6"/>
              </a:rPr>
              <a:t>https://mailarchive.ietf.org/arch/msg/ippm/mLhjuga9b-gGYs91mSmfdqA1VP8/</a:t>
            </a:r>
            <a:r>
              <a:rPr lang="en-US" sz="1200" dirty="0"/>
              <a:t>. </a:t>
            </a:r>
          </a:p>
          <a:p>
            <a:pPr marL="365760" indent="-274320">
              <a:spcBef>
                <a:spcPts val="600"/>
              </a:spcBef>
              <a:buFont typeface="Arial" panose="020B0604020202020204" pitchFamily="34" charset="0"/>
              <a:buChar char="•"/>
            </a:pPr>
            <a:r>
              <a:rPr lang="en-US" sz="1200" dirty="0"/>
              <a:t>We are looking forward to initiate working group adoption call.</a:t>
            </a:r>
            <a:endParaRPr lang="en-US" sz="1200" noProof="0" dirty="0">
              <a:hlinkClick r:id="rId7"/>
            </a:endParaRPr>
          </a:p>
        </p:txBody>
      </p:sp>
      <p:pic>
        <p:nvPicPr>
          <p:cNvPr id="6" name="Picture 5">
            <a:extLst>
              <a:ext uri="{FF2B5EF4-FFF2-40B4-BE49-F238E27FC236}">
                <a16:creationId xmlns:a16="http://schemas.microsoft.com/office/drawing/2014/main" id="{BA2358F9-E859-21E8-71CB-113CB451D16A}"/>
              </a:ext>
            </a:extLst>
          </p:cNvPr>
          <p:cNvPicPr>
            <a:picLocks noChangeAspect="1"/>
          </p:cNvPicPr>
          <p:nvPr/>
        </p:nvPicPr>
        <p:blipFill>
          <a:blip r:embed="rId8"/>
          <a:stretch>
            <a:fillRect/>
          </a:stretch>
        </p:blipFill>
        <p:spPr>
          <a:xfrm>
            <a:off x="310915" y="1760761"/>
            <a:ext cx="3571890" cy="2750279"/>
          </a:xfrm>
          <a:prstGeom prst="rect">
            <a:avLst/>
          </a:prstGeom>
        </p:spPr>
      </p:pic>
      <p:sp>
        <p:nvSpPr>
          <p:cNvPr id="8" name="TextBox 7">
            <a:extLst>
              <a:ext uri="{FF2B5EF4-FFF2-40B4-BE49-F238E27FC236}">
                <a16:creationId xmlns:a16="http://schemas.microsoft.com/office/drawing/2014/main" id="{828DC0BA-F80F-FD0F-448C-2F7FEF399C05}"/>
              </a:ext>
            </a:extLst>
          </p:cNvPr>
          <p:cNvSpPr txBox="1"/>
          <p:nvPr/>
        </p:nvSpPr>
        <p:spPr>
          <a:xfrm>
            <a:off x="128790" y="4536829"/>
            <a:ext cx="3754014" cy="200055"/>
          </a:xfrm>
          <a:prstGeom prst="rect">
            <a:avLst/>
          </a:prstGeom>
          <a:noFill/>
        </p:spPr>
        <p:txBody>
          <a:bodyPr wrap="square">
            <a:spAutoFit/>
          </a:bodyPr>
          <a:lstStyle/>
          <a:p>
            <a:pPr marL="114300" indent="0">
              <a:spcBef>
                <a:spcPts val="1200"/>
              </a:spcBef>
              <a:buNone/>
            </a:pPr>
            <a:r>
              <a:rPr lang="en-US" sz="700" dirty="0">
                <a:latin typeface="Inter" panose="020B0604020202020204" charset="0"/>
                <a:ea typeface="Inter" panose="020B0604020202020204" charset="0"/>
                <a:hlinkClick r:id="rId9"/>
              </a:rPr>
              <a:t>https://datatracker.ietf.org/doc/status-change-ippm-active-passive-methods/</a:t>
            </a:r>
            <a:endParaRPr lang="en-US" sz="700" dirty="0">
              <a:latin typeface="Inter" panose="020B0604020202020204" charset="0"/>
              <a:ea typeface="Inter" panose="020B0604020202020204" charset="0"/>
            </a:endParaRPr>
          </a:p>
        </p:txBody>
      </p:sp>
    </p:spTree>
    <p:extLst>
      <p:ext uri="{BB962C8B-B14F-4D97-AF65-F5344CB8AC3E}">
        <p14:creationId xmlns:p14="http://schemas.microsoft.com/office/powerpoint/2010/main" val="3043113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126 </a:t>
            </a:r>
            <a:r>
              <a:rPr lang="de-CH" dirty="0"/>
              <a:t>Vienna</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14</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D7021EF-4D3D-4708-92FB-F2CD02CEF7A1}">
  <ds:schemaRefs>
    <ds:schemaRef ds:uri="http://purl.org/dc/elements/1.1/"/>
    <ds:schemaRef ds:uri="3e5e162a-5953-4fde-83b3-9639e6ab13bb"/>
    <ds:schemaRef ds:uri="266fa233-377d-43d6-82a1-e70154e55ff7"/>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104BBC9-6B71-4DC1-A0E0-1E198363AC7F}">
  <ds:schemaRefs>
    <ds:schemaRef ds:uri="http://schemas.microsoft.com/sharepoint/v3/contenttype/forms"/>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1474</Words>
  <Application>Microsoft Office PowerPoint</Application>
  <PresentationFormat>On-screen Show (16:9)</PresentationFormat>
  <Paragraphs>93</Paragraphs>
  <Slides>14</Slides>
  <Notes>13</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14</vt:i4>
      </vt:variant>
    </vt:vector>
  </HeadingPairs>
  <TitlesOfParts>
    <vt:vector size="24" baseType="lpstr">
      <vt:lpstr>Roboto</vt:lpstr>
      <vt:lpstr>Open Sans Medium</vt:lpstr>
      <vt:lpstr>Inter</vt:lpstr>
      <vt:lpstr>Arial</vt:lpstr>
      <vt:lpstr>Open Sans</vt:lpstr>
      <vt:lpstr>Montserrat</vt:lpstr>
      <vt:lpstr>Open Sans SemiBold</vt:lpstr>
      <vt:lpstr>Material</vt:lpstr>
      <vt:lpstr>IETF Template</vt:lpstr>
      <vt:lpstr>1_IETF Template</vt:lpstr>
      <vt:lpstr>IETF 126 BMWG &amp; IPPM (1)</vt:lpstr>
      <vt:lpstr>Note Well</vt:lpstr>
      <vt:lpstr>Note Really Well</vt:lpstr>
      <vt:lpstr>IETF 126 Meeting Tips</vt:lpstr>
      <vt:lpstr>BMWG charter</vt:lpstr>
      <vt:lpstr>IPPM charter</vt:lpstr>
      <vt:lpstr>Notetaker</vt:lpstr>
      <vt:lpstr>Agenda – Working Group Documents</vt:lpstr>
      <vt:lpstr>Agenda – Proposed Work</vt:lpstr>
      <vt:lpstr>Joint Charter Discussion</vt:lpstr>
      <vt:lpstr>BMWG Document Updates Since IETF 125</vt:lpstr>
      <vt:lpstr>IPPM Document Updates Since IETF 125</vt:lpstr>
      <vt:lpstr>RFC 7799bis</vt:lpstr>
      <vt:lpstr>Resources for IETF 126 Vienna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30</cp:revision>
  <dcterms:modified xsi:type="dcterms:W3CDTF">2026-07-22T04:50:59Z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1773045390</vt:lpwstr>
  </property>
</Properties>
</file>