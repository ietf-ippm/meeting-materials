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21"/>
  </p:notesMasterIdLst>
  <p:sldIdLst>
    <p:sldId id="256" r:id="rId7"/>
    <p:sldId id="272" r:id="rId8"/>
    <p:sldId id="258" r:id="rId9"/>
    <p:sldId id="259" r:id="rId10"/>
    <p:sldId id="270" r:id="rId11"/>
    <p:sldId id="268" r:id="rId12"/>
    <p:sldId id="267" r:id="rId13"/>
    <p:sldId id="261" r:id="rId14"/>
    <p:sldId id="263" r:id="rId15"/>
    <p:sldId id="264" r:id="rId16"/>
    <p:sldId id="271" r:id="rId17"/>
    <p:sldId id="266" r:id="rId18"/>
    <p:sldId id="269" r:id="rId19"/>
    <p:sldId id="260" r:id="rId20"/>
  </p:sldIdLst>
  <p:sldSz cx="9144000" cy="5143500" type="screen16x9"/>
  <p:notesSz cx="6858000" cy="9144000"/>
  <p:embeddedFontLst>
    <p:embeddedFont>
      <p:font typeface="Inter" panose="020B0604020202020204" charset="0"/>
      <p:regular r:id="rId22"/>
      <p:bold r:id="rId23"/>
      <p:italic r:id="rId24"/>
      <p:boldItalic r:id="rId25"/>
    </p:embeddedFont>
    <p:embeddedFont>
      <p:font typeface="Montserrat" panose="00000500000000000000" pitchFamily="2" charset="0"/>
      <p:regular r:id="rId26"/>
      <p:bold r:id="rId27"/>
      <p:italic r:id="rId28"/>
      <p:boldItalic r:id="rId29"/>
    </p:embeddedFont>
    <p:embeddedFont>
      <p:font typeface="Open Sans" panose="020B0606030504020204" pitchFamily="34" charset="0"/>
      <p:regular r:id="rId30"/>
      <p:bold r:id="rId31"/>
      <p:italic r:id="rId32"/>
      <p:boldItalic r:id="rId33"/>
    </p:embeddedFont>
    <p:embeddedFont>
      <p:font typeface="Open Sans Medium" panose="020B0604020202020204" charset="0"/>
      <p:regular r:id="rId34"/>
      <p:bold r:id="rId35"/>
      <p:italic r:id="rId36"/>
      <p:boldItalic r:id="rId37"/>
    </p:embeddedFont>
    <p:embeddedFont>
      <p:font typeface="Open Sans SemiBold" panose="020B0706030804020204" pitchFamily="34" charset="0"/>
      <p:bold r:id="rId38"/>
      <p:boldItalic r:id="rId39"/>
    </p:embeddedFont>
    <p:embeddedFont>
      <p:font typeface="Roboto" panose="02000000000000000000" pitchFamily="2" charset="0"/>
      <p:regular r:id="rId40"/>
      <p:bold r:id="rId41"/>
      <p:italic r:id="rId42"/>
      <p:boldItalic r:id="rId4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3A2461-F736-466E-BB25-A64358F1D84B}" v="1" dt="2026-03-08T10:28:00.2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9" d="100"/>
          <a:sy n="119" d="100"/>
        </p:scale>
        <p:origin x="418" y="9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5.fntdata"/><Relationship Id="rId39" Type="http://schemas.openxmlformats.org/officeDocument/2006/relationships/font" Target="fonts/font18.fntdata"/><Relationship Id="rId3" Type="http://schemas.openxmlformats.org/officeDocument/2006/relationships/customXml" Target="../customXml/item3.xml"/><Relationship Id="rId21" Type="http://schemas.openxmlformats.org/officeDocument/2006/relationships/notesMaster" Target="notesMasters/notesMaster1.xml"/><Relationship Id="rId34" Type="http://schemas.openxmlformats.org/officeDocument/2006/relationships/font" Target="fonts/font13.fntdata"/><Relationship Id="rId42" Type="http://schemas.openxmlformats.org/officeDocument/2006/relationships/font" Target="fonts/font21.fntdata"/><Relationship Id="rId47"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font" Target="fonts/font17.fntdata"/><Relationship Id="rId46"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font" Target="fonts/font8.fntdata"/><Relationship Id="rId41" Type="http://schemas.openxmlformats.org/officeDocument/2006/relationships/font" Target="fonts/font20.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font" Target="fonts/font16.fntdata"/><Relationship Id="rId40" Type="http://schemas.openxmlformats.org/officeDocument/2006/relationships/font" Target="fonts/font19.fntdata"/><Relationship Id="rId45"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font" Target="fonts/font15.fntdata"/><Relationship Id="rId49" Type="http://schemas.microsoft.com/office/2015/10/relationships/revisionInfo" Target="revisionInfo.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10.fntdata"/><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43" Type="http://schemas.openxmlformats.org/officeDocument/2006/relationships/font" Target="fonts/font22.fntdata"/><Relationship Id="rId48" Type="http://schemas.microsoft.com/office/2016/11/relationships/changesInfo" Target="changesInfos/changesInfo1.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ADEEF08A-D719-4B50-A383-4105EDA2C206}"/>
    <pc:docChg chg="custSel modSld">
      <pc:chgData name="Graf Thomas, SCS-INI-NET-VNC-E2E" userId="487bc3e3-9ce7-4cdd-b7b4-8899ea88d289" providerId="ADAL" clId="{ADEEF08A-D719-4B50-A383-4105EDA2C206}" dt="2026-03-08T10:31:33.624" v="335" actId="20577"/>
      <pc:docMkLst>
        <pc:docMk/>
      </pc:docMkLst>
      <pc:sldChg chg="modSp mod">
        <pc:chgData name="Graf Thomas, SCS-INI-NET-VNC-E2E" userId="487bc3e3-9ce7-4cdd-b7b4-8899ea88d289" providerId="ADAL" clId="{ADEEF08A-D719-4B50-A383-4105EDA2C206}" dt="2026-03-08T10:31:33.624" v="335" actId="20577"/>
        <pc:sldMkLst>
          <pc:docMk/>
          <pc:sldMk cId="0" sldId="256"/>
        </pc:sldMkLst>
        <pc:spChg chg="mod">
          <ac:chgData name="Graf Thomas, SCS-INI-NET-VNC-E2E" userId="487bc3e3-9ce7-4cdd-b7b4-8899ea88d289" providerId="ADAL" clId="{ADEEF08A-D719-4B50-A383-4105EDA2C206}" dt="2026-03-08T10:23:41.621" v="9" actId="20577"/>
          <ac:spMkLst>
            <pc:docMk/>
            <pc:sldMk cId="0" sldId="256"/>
            <ac:spMk id="99" creationId="{00000000-0000-0000-0000-000000000000}"/>
          </ac:spMkLst>
        </pc:spChg>
        <pc:spChg chg="mod">
          <ac:chgData name="Graf Thomas, SCS-INI-NET-VNC-E2E" userId="487bc3e3-9ce7-4cdd-b7b4-8899ea88d289" providerId="ADAL" clId="{ADEEF08A-D719-4B50-A383-4105EDA2C206}" dt="2026-03-08T10:23:39.513" v="8" actId="20577"/>
          <ac:spMkLst>
            <pc:docMk/>
            <pc:sldMk cId="0" sldId="256"/>
            <ac:spMk id="100" creationId="{00000000-0000-0000-0000-000000000000}"/>
          </ac:spMkLst>
        </pc:spChg>
        <pc:spChg chg="mod">
          <ac:chgData name="Graf Thomas, SCS-INI-NET-VNC-E2E" userId="487bc3e3-9ce7-4cdd-b7b4-8899ea88d289" providerId="ADAL" clId="{ADEEF08A-D719-4B50-A383-4105EDA2C206}" dt="2026-03-08T10:31:33.624" v="335" actId="20577"/>
          <ac:spMkLst>
            <pc:docMk/>
            <pc:sldMk cId="0" sldId="256"/>
            <ac:spMk id="101" creationId="{00000000-0000-0000-0000-000000000000}"/>
          </ac:spMkLst>
        </pc:spChg>
      </pc:sldChg>
      <pc:sldChg chg="modSp mod">
        <pc:chgData name="Graf Thomas, SCS-INI-NET-VNC-E2E" userId="487bc3e3-9ce7-4cdd-b7b4-8899ea88d289" providerId="ADAL" clId="{ADEEF08A-D719-4B50-A383-4105EDA2C206}" dt="2026-03-08T10:23:47.954" v="10" actId="20577"/>
        <pc:sldMkLst>
          <pc:docMk/>
          <pc:sldMk cId="0" sldId="259"/>
        </pc:sldMkLst>
        <pc:spChg chg="mod">
          <ac:chgData name="Graf Thomas, SCS-INI-NET-VNC-E2E" userId="487bc3e3-9ce7-4cdd-b7b4-8899ea88d289" providerId="ADAL" clId="{ADEEF08A-D719-4B50-A383-4105EDA2C206}" dt="2026-03-08T10:23:47.954" v="10" actId="20577"/>
          <ac:spMkLst>
            <pc:docMk/>
            <pc:sldMk cId="0" sldId="259"/>
            <ac:spMk id="119" creationId="{00000000-0000-0000-0000-000000000000}"/>
          </ac:spMkLst>
        </pc:spChg>
      </pc:sldChg>
      <pc:sldChg chg="modSp mod">
        <pc:chgData name="Graf Thomas, SCS-INI-NET-VNC-E2E" userId="487bc3e3-9ce7-4cdd-b7b4-8899ea88d289" providerId="ADAL" clId="{ADEEF08A-D719-4B50-A383-4105EDA2C206}" dt="2026-03-08T10:28:35.394" v="300" actId="20577"/>
        <pc:sldMkLst>
          <pc:docMk/>
          <pc:sldMk cId="0" sldId="260"/>
        </pc:sldMkLst>
        <pc:spChg chg="mod">
          <ac:chgData name="Graf Thomas, SCS-INI-NET-VNC-E2E" userId="487bc3e3-9ce7-4cdd-b7b4-8899ea88d289" providerId="ADAL" clId="{ADEEF08A-D719-4B50-A383-4105EDA2C206}" dt="2026-03-08T10:28:35.394" v="300" actId="20577"/>
          <ac:spMkLst>
            <pc:docMk/>
            <pc:sldMk cId="0" sldId="260"/>
            <ac:spMk id="128" creationId="{00000000-0000-0000-0000-000000000000}"/>
          </ac:spMkLst>
        </pc:spChg>
      </pc:sldChg>
      <pc:sldChg chg="modSp mod">
        <pc:chgData name="Graf Thomas, SCS-INI-NET-VNC-E2E" userId="487bc3e3-9ce7-4cdd-b7b4-8899ea88d289" providerId="ADAL" clId="{ADEEF08A-D719-4B50-A383-4105EDA2C206}" dt="2026-03-08T10:27:50.854" v="281" actId="20577"/>
        <pc:sldMkLst>
          <pc:docMk/>
          <pc:sldMk cId="3471097262" sldId="261"/>
        </pc:sldMkLst>
        <pc:spChg chg="mod">
          <ac:chgData name="Graf Thomas, SCS-INI-NET-VNC-E2E" userId="487bc3e3-9ce7-4cdd-b7b4-8899ea88d289" providerId="ADAL" clId="{ADEEF08A-D719-4B50-A383-4105EDA2C206}" dt="2026-03-08T10:27:50.854" v="281" actId="20577"/>
          <ac:spMkLst>
            <pc:docMk/>
            <pc:sldMk cId="3471097262" sldId="261"/>
            <ac:spMk id="3" creationId="{DA4A6F5D-9442-B583-BAB9-5A102B90EC22}"/>
          </ac:spMkLst>
        </pc:spChg>
      </pc:sldChg>
      <pc:sldChg chg="addSp delSp modSp mod">
        <pc:chgData name="Graf Thomas, SCS-INI-NET-VNC-E2E" userId="487bc3e3-9ce7-4cdd-b7b4-8899ea88d289" providerId="ADAL" clId="{ADEEF08A-D719-4B50-A383-4105EDA2C206}" dt="2026-03-08T10:30:12.315" v="304" actId="1076"/>
        <pc:sldMkLst>
          <pc:docMk/>
          <pc:sldMk cId="2332748115" sldId="263"/>
        </pc:sldMkLst>
        <pc:picChg chg="del">
          <ac:chgData name="Graf Thomas, SCS-INI-NET-VNC-E2E" userId="487bc3e3-9ce7-4cdd-b7b4-8899ea88d289" providerId="ADAL" clId="{ADEEF08A-D719-4B50-A383-4105EDA2C206}" dt="2026-03-08T10:30:06.603" v="301" actId="478"/>
          <ac:picMkLst>
            <pc:docMk/>
            <pc:sldMk cId="2332748115" sldId="263"/>
            <ac:picMk id="5" creationId="{C77538C2-7C9A-3216-1AE2-BF708EE8B9D4}"/>
          </ac:picMkLst>
        </pc:picChg>
        <pc:picChg chg="add mod">
          <ac:chgData name="Graf Thomas, SCS-INI-NET-VNC-E2E" userId="487bc3e3-9ce7-4cdd-b7b4-8899ea88d289" providerId="ADAL" clId="{ADEEF08A-D719-4B50-A383-4105EDA2C206}" dt="2026-03-08T10:30:12.315" v="304" actId="1076"/>
          <ac:picMkLst>
            <pc:docMk/>
            <pc:sldMk cId="2332748115" sldId="263"/>
            <ac:picMk id="6" creationId="{1BE5F7A4-628B-DDA9-A72D-3012CFAB2A25}"/>
          </ac:picMkLst>
        </pc:picChg>
      </pc:sldChg>
      <pc:sldChg chg="addSp delSp modSp mod">
        <pc:chgData name="Graf Thomas, SCS-INI-NET-VNC-E2E" userId="487bc3e3-9ce7-4cdd-b7b4-8899ea88d289" providerId="ADAL" clId="{ADEEF08A-D719-4B50-A383-4105EDA2C206}" dt="2026-03-08T10:30:41.822" v="309" actId="1076"/>
        <pc:sldMkLst>
          <pc:docMk/>
          <pc:sldMk cId="703495152" sldId="264"/>
        </pc:sldMkLst>
        <pc:picChg chg="add mod">
          <ac:chgData name="Graf Thomas, SCS-INI-NET-VNC-E2E" userId="487bc3e3-9ce7-4cdd-b7b4-8899ea88d289" providerId="ADAL" clId="{ADEEF08A-D719-4B50-A383-4105EDA2C206}" dt="2026-03-08T10:30:41.822" v="309" actId="1076"/>
          <ac:picMkLst>
            <pc:docMk/>
            <pc:sldMk cId="703495152" sldId="264"/>
            <ac:picMk id="5" creationId="{2A7C2331-189C-8472-D7A5-7462F6F8EE24}"/>
          </ac:picMkLst>
        </pc:picChg>
        <pc:picChg chg="del">
          <ac:chgData name="Graf Thomas, SCS-INI-NET-VNC-E2E" userId="487bc3e3-9ce7-4cdd-b7b4-8899ea88d289" providerId="ADAL" clId="{ADEEF08A-D719-4B50-A383-4105EDA2C206}" dt="2026-03-08T10:30:33.936" v="305" actId="478"/>
          <ac:picMkLst>
            <pc:docMk/>
            <pc:sldMk cId="703495152" sldId="264"/>
            <ac:picMk id="8" creationId="{89CAAE8C-AD6B-C359-A366-CE2EAD39C893}"/>
          </ac:picMkLst>
        </pc:picChg>
      </pc:sldChg>
      <pc:sldChg chg="modSp mod">
        <pc:chgData name="Graf Thomas, SCS-INI-NET-VNC-E2E" userId="487bc3e3-9ce7-4cdd-b7b4-8899ea88d289" providerId="ADAL" clId="{ADEEF08A-D719-4B50-A383-4105EDA2C206}" dt="2026-03-08T10:28:16.563" v="285" actId="20577"/>
        <pc:sldMkLst>
          <pc:docMk/>
          <pc:sldMk cId="1372742302" sldId="266"/>
        </pc:sldMkLst>
        <pc:spChg chg="mod">
          <ac:chgData name="Graf Thomas, SCS-INI-NET-VNC-E2E" userId="487bc3e3-9ce7-4cdd-b7b4-8899ea88d289" providerId="ADAL" clId="{ADEEF08A-D719-4B50-A383-4105EDA2C206}" dt="2026-03-08T10:28:11.415" v="282" actId="20577"/>
          <ac:spMkLst>
            <pc:docMk/>
            <pc:sldMk cId="1372742302" sldId="266"/>
            <ac:spMk id="2" creationId="{0B9E15DC-F076-98D2-1BDF-BC01FEC9047B}"/>
          </ac:spMkLst>
        </pc:spChg>
        <pc:spChg chg="mod">
          <ac:chgData name="Graf Thomas, SCS-INI-NET-VNC-E2E" userId="487bc3e3-9ce7-4cdd-b7b4-8899ea88d289" providerId="ADAL" clId="{ADEEF08A-D719-4B50-A383-4105EDA2C206}" dt="2026-03-08T10:28:16.563" v="285" actId="20577"/>
          <ac:spMkLst>
            <pc:docMk/>
            <pc:sldMk cId="1372742302" sldId="266"/>
            <ac:spMk id="3" creationId="{FED4E835-D652-159B-D0CD-7FC58A509645}"/>
          </ac:spMkLst>
        </pc:spChg>
      </pc:sldChg>
      <pc:sldChg chg="modSp mod">
        <pc:chgData name="Graf Thomas, SCS-INI-NET-VNC-E2E" userId="487bc3e3-9ce7-4cdd-b7b4-8899ea88d289" providerId="ADAL" clId="{ADEEF08A-D719-4B50-A383-4105EDA2C206}" dt="2026-03-08T10:28:26.255" v="291" actId="20577"/>
        <pc:sldMkLst>
          <pc:docMk/>
          <pc:sldMk cId="2128497270" sldId="269"/>
        </pc:sldMkLst>
        <pc:spChg chg="mod">
          <ac:chgData name="Graf Thomas, SCS-INI-NET-VNC-E2E" userId="487bc3e3-9ce7-4cdd-b7b4-8899ea88d289" providerId="ADAL" clId="{ADEEF08A-D719-4B50-A383-4105EDA2C206}" dt="2026-03-08T10:28:22.189" v="288" actId="20577"/>
          <ac:spMkLst>
            <pc:docMk/>
            <pc:sldMk cId="2128497270" sldId="269"/>
            <ac:spMk id="2" creationId="{0B9E15DC-F076-98D2-1BDF-BC01FEC9047B}"/>
          </ac:spMkLst>
        </pc:spChg>
        <pc:spChg chg="mod">
          <ac:chgData name="Graf Thomas, SCS-INI-NET-VNC-E2E" userId="487bc3e3-9ce7-4cdd-b7b4-8899ea88d289" providerId="ADAL" clId="{ADEEF08A-D719-4B50-A383-4105EDA2C206}" dt="2026-03-08T10:28:26.255" v="291" actId="20577"/>
          <ac:spMkLst>
            <pc:docMk/>
            <pc:sldMk cId="2128497270" sldId="269"/>
            <ac:spMk id="3" creationId="{FED4E835-D652-159B-D0CD-7FC58A509645}"/>
          </ac:spMkLst>
        </pc:spChg>
      </pc:sldChg>
      <pc:sldChg chg="modSp mod">
        <pc:chgData name="Graf Thomas, SCS-INI-NET-VNC-E2E" userId="487bc3e3-9ce7-4cdd-b7b4-8899ea88d289" providerId="ADAL" clId="{ADEEF08A-D719-4B50-A383-4105EDA2C206}" dt="2026-03-08T10:27:29.438" v="280" actId="20577"/>
        <pc:sldMkLst>
          <pc:docMk/>
          <pc:sldMk cId="2434865477" sldId="270"/>
        </pc:sldMkLst>
        <pc:spChg chg="mod">
          <ac:chgData name="Graf Thomas, SCS-INI-NET-VNC-E2E" userId="487bc3e3-9ce7-4cdd-b7b4-8899ea88d289" providerId="ADAL" clId="{ADEEF08A-D719-4B50-A383-4105EDA2C206}" dt="2026-03-08T10:27:29.438" v="280" actId="20577"/>
          <ac:spMkLst>
            <pc:docMk/>
            <pc:sldMk cId="2434865477" sldId="270"/>
            <ac:spMk id="3" creationId="{DA4A6F5D-9442-B583-BAB9-5A102B90EC22}"/>
          </ac:spMkLst>
        </pc:spChg>
      </pc:sldChg>
      <pc:sldChg chg="addSp delSp modSp mod">
        <pc:chgData name="Graf Thomas, SCS-INI-NET-VNC-E2E" userId="487bc3e3-9ce7-4cdd-b7b4-8899ea88d289" providerId="ADAL" clId="{ADEEF08A-D719-4B50-A383-4105EDA2C206}" dt="2026-03-08T10:31:18.398" v="334" actId="20577"/>
        <pc:sldMkLst>
          <pc:docMk/>
          <pc:sldMk cId="1859012803" sldId="271"/>
        </pc:sldMkLst>
        <pc:spChg chg="mod">
          <ac:chgData name="Graf Thomas, SCS-INI-NET-VNC-E2E" userId="487bc3e3-9ce7-4cdd-b7b4-8899ea88d289" providerId="ADAL" clId="{ADEEF08A-D719-4B50-A383-4105EDA2C206}" dt="2026-03-08T10:31:18.398" v="334" actId="20577"/>
          <ac:spMkLst>
            <pc:docMk/>
            <pc:sldMk cId="1859012803" sldId="271"/>
            <ac:spMk id="2" creationId="{0B9E15DC-F076-98D2-1BDF-BC01FEC9047B}"/>
          </ac:spMkLst>
        </pc:spChg>
        <pc:picChg chg="del">
          <ac:chgData name="Graf Thomas, SCS-INI-NET-VNC-E2E" userId="487bc3e3-9ce7-4cdd-b7b4-8899ea88d289" providerId="ADAL" clId="{ADEEF08A-D719-4B50-A383-4105EDA2C206}" dt="2026-03-08T10:31:02.458" v="310" actId="478"/>
          <ac:picMkLst>
            <pc:docMk/>
            <pc:sldMk cId="1859012803" sldId="271"/>
            <ac:picMk id="5" creationId="{45D31BC4-5700-0D94-0AC5-B7C45E3F062E}"/>
          </ac:picMkLst>
        </pc:picChg>
        <pc:picChg chg="add mod">
          <ac:chgData name="Graf Thomas, SCS-INI-NET-VNC-E2E" userId="487bc3e3-9ce7-4cdd-b7b4-8899ea88d289" providerId="ADAL" clId="{ADEEF08A-D719-4B50-A383-4105EDA2C206}" dt="2026-03-08T10:31:08.868" v="312" actId="1076"/>
          <ac:picMkLst>
            <pc:docMk/>
            <pc:sldMk cId="1859012803" sldId="271"/>
            <ac:picMk id="6" creationId="{85C6D280-0516-F8D3-85BF-7CA106FAF3CA}"/>
          </ac:picMkLst>
        </pc:picChg>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ldChg>
      <pc:sldChg chg="modSp mod">
        <pc:chgData name="Graf Thomas, SCS-INI-NET-VNC-E2E" userId="487bc3e3-9ce7-4cdd-b7b4-8899ea88d289" providerId="ADAL" clId="{4725F99E-EFE0-4780-BB38-6BDDFB9F73C4}" dt="2025-10-27T07:48:29.201" v="1038" actId="14100"/>
        <pc:sldMkLst>
          <pc:docMk/>
          <pc:sldMk cId="0" sldId="260"/>
        </pc:sldMkLst>
      </pc:sldChg>
      <pc:sldChg chg="modSp mod">
        <pc:chgData name="Graf Thomas, SCS-INI-NET-VNC-E2E" userId="487bc3e3-9ce7-4cdd-b7b4-8899ea88d289" providerId="ADAL" clId="{4725F99E-EFE0-4780-BB38-6BDDFB9F73C4}" dt="2025-10-27T07:44:34.772" v="1029" actId="790"/>
        <pc:sldMkLst>
          <pc:docMk/>
          <pc:sldMk cId="3471097262" sldId="261"/>
        </pc:sldMkLst>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ldChg>
      <pc:sldChg chg="modSp mod">
        <pc:chgData name="Graf Thomas, SCS-INI-NET-VNC-E2E" userId="487bc3e3-9ce7-4cdd-b7b4-8899ea88d289" providerId="ADAL" clId="{4725F99E-EFE0-4780-BB38-6BDDFB9F73C4}" dt="2025-10-27T07:44:19.944" v="1027" actId="790"/>
        <pc:sldMkLst>
          <pc:docMk/>
          <pc:sldMk cId="1659843495" sldId="268"/>
        </pc:sldMkLst>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ldChg>
      <pc:sldChg chg="addSp delSp modSp mod">
        <pc:chgData name="Graf Thomas, SCS-INI-NET-VNC-E2E" userId="487bc3e3-9ce7-4cdd-b7b4-8899ea88d289" providerId="ADAL" clId="{4725F99E-EFE0-4780-BB38-6BDDFB9F73C4}" dt="2025-10-27T07:48:35.751" v="1040" actId="14100"/>
        <pc:sldMkLst>
          <pc:docMk/>
          <pc:sldMk cId="1859012803" sldId="271"/>
        </pc:sldMkLst>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4723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notes.ietf.org/notes-ietf-125-bmwg-ipp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25</a:t>
            </a:r>
            <a:r>
              <a:rPr lang="en-US" sz="3600" dirty="0">
                <a:latin typeface="Inter"/>
                <a:ea typeface="Inter"/>
                <a:cs typeface="Inter"/>
                <a:sym typeface="Inter"/>
              </a:rPr>
              <a:t> BMWG &amp; IPPM</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19 March 2026</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2026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125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 together. </a:t>
            </a:r>
          </a:p>
          <a:p>
            <a:r>
              <a:rPr lang="en-US" sz="1500" dirty="0"/>
              <a:t>We reserved 15min time at the end of this session to hear your feedback on cross reviews, having enough time for discussions and newly proposed work and wherever you believe your time was spent well given that this is a joint session.</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https://notes.ietf.org/notes-ietf-125-bmwg-ippm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6" name="Picture 5">
            <a:extLst>
              <a:ext uri="{FF2B5EF4-FFF2-40B4-BE49-F238E27FC236}">
                <a16:creationId xmlns:a16="http://schemas.microsoft.com/office/drawing/2014/main" id="{1BE5F7A4-628B-DDA9-A72D-3012CFAB2A25}"/>
              </a:ext>
            </a:extLst>
          </p:cNvPr>
          <p:cNvPicPr>
            <a:picLocks noChangeAspect="1"/>
          </p:cNvPicPr>
          <p:nvPr/>
        </p:nvPicPr>
        <p:blipFill>
          <a:blip r:embed="rId2"/>
          <a:stretch>
            <a:fillRect/>
          </a:stretch>
        </p:blipFill>
        <p:spPr>
          <a:xfrm>
            <a:off x="471900" y="1875974"/>
            <a:ext cx="5273328" cy="2965863"/>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pic>
        <p:nvPicPr>
          <p:cNvPr id="5" name="Picture 4">
            <a:extLst>
              <a:ext uri="{FF2B5EF4-FFF2-40B4-BE49-F238E27FC236}">
                <a16:creationId xmlns:a16="http://schemas.microsoft.com/office/drawing/2014/main" id="{2A7C2331-189C-8472-D7A5-7462F6F8EE24}"/>
              </a:ext>
            </a:extLst>
          </p:cNvPr>
          <p:cNvPicPr>
            <a:picLocks noChangeAspect="1"/>
          </p:cNvPicPr>
          <p:nvPr/>
        </p:nvPicPr>
        <p:blipFill>
          <a:blip r:embed="rId3"/>
          <a:stretch>
            <a:fillRect/>
          </a:stretch>
        </p:blipFill>
        <p:spPr>
          <a:xfrm>
            <a:off x="471900" y="2099886"/>
            <a:ext cx="6383106" cy="2432016"/>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Session Feedback</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pic>
        <p:nvPicPr>
          <p:cNvPr id="6" name="Picture 5">
            <a:extLst>
              <a:ext uri="{FF2B5EF4-FFF2-40B4-BE49-F238E27FC236}">
                <a16:creationId xmlns:a16="http://schemas.microsoft.com/office/drawing/2014/main" id="{85C6D280-0516-F8D3-85BF-7CA106FAF3CA}"/>
              </a:ext>
            </a:extLst>
          </p:cNvPr>
          <p:cNvPicPr>
            <a:picLocks noChangeAspect="1"/>
          </p:cNvPicPr>
          <p:nvPr/>
        </p:nvPicPr>
        <p:blipFill>
          <a:blip r:embed="rId3"/>
          <a:stretch>
            <a:fillRect/>
          </a:stretch>
        </p:blipFill>
        <p:spPr>
          <a:xfrm>
            <a:off x="485462" y="2134400"/>
            <a:ext cx="8154538" cy="981212"/>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12</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900" y="1919074"/>
            <a:ext cx="8222100" cy="2710201"/>
          </a:xfrm>
        </p:spPr>
        <p:txBody>
          <a:bodyPr/>
          <a:lstStyle/>
          <a:p>
            <a:r>
              <a:rPr lang="de-CH" sz="1400" b="1" dirty="0"/>
              <a:t>TBD</a:t>
            </a:r>
            <a:endParaRPr lang="en-US" sz="1400" dirty="0"/>
          </a:p>
        </p:txBody>
      </p:sp>
    </p:spTree>
    <p:extLst>
      <p:ext uri="{BB962C8B-B14F-4D97-AF65-F5344CB8AC3E}">
        <p14:creationId xmlns:p14="http://schemas.microsoft.com/office/powerpoint/2010/main" val="1372742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sz="3200" dirty="0"/>
              <a:t>IPPM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13</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899" y="1919074"/>
            <a:ext cx="8505845" cy="2710201"/>
          </a:xfrm>
        </p:spPr>
        <p:txBody>
          <a:bodyPr/>
          <a:lstStyle/>
          <a:p>
            <a:pPr>
              <a:spcBef>
                <a:spcPts val="1200"/>
              </a:spcBef>
            </a:pPr>
            <a:r>
              <a:rPr lang="en-US" sz="1500" b="1" dirty="0"/>
              <a:t>TBD</a:t>
            </a:r>
            <a:endParaRPr lang="en-US" dirty="0"/>
          </a:p>
        </p:txBody>
      </p:sp>
    </p:spTree>
    <p:extLst>
      <p:ext uri="{BB962C8B-B14F-4D97-AF65-F5344CB8AC3E}">
        <p14:creationId xmlns:p14="http://schemas.microsoft.com/office/powerpoint/2010/main" val="2128497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125 </a:t>
            </a:r>
            <a:r>
              <a:rPr lang="de-CH" dirty="0"/>
              <a:t>Shenzhen</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14</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Props1.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3.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1290</Words>
  <Application>Microsoft Office PowerPoint</Application>
  <PresentationFormat>On-screen Show (16:9)</PresentationFormat>
  <Paragraphs>81</Paragraphs>
  <Slides>14</Slides>
  <Notes>13</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14</vt:i4>
      </vt:variant>
    </vt:vector>
  </HeadingPairs>
  <TitlesOfParts>
    <vt:vector size="24" baseType="lpstr">
      <vt:lpstr>Open Sans SemiBold</vt:lpstr>
      <vt:lpstr>Roboto</vt:lpstr>
      <vt:lpstr>Open Sans Medium</vt:lpstr>
      <vt:lpstr>Inter</vt:lpstr>
      <vt:lpstr>Arial</vt:lpstr>
      <vt:lpstr>Open Sans</vt:lpstr>
      <vt:lpstr>Montserrat</vt:lpstr>
      <vt:lpstr>Material</vt:lpstr>
      <vt:lpstr>IETF Template</vt:lpstr>
      <vt:lpstr>1_IETF Template</vt:lpstr>
      <vt:lpstr>IETF 125 BMWG &amp; IPPM</vt:lpstr>
      <vt:lpstr>Note Well</vt:lpstr>
      <vt:lpstr>Note Really Well</vt:lpstr>
      <vt:lpstr>IETF 125 Meeting Tips</vt:lpstr>
      <vt:lpstr>Joint BMWG and IPPM Meeting</vt:lpstr>
      <vt:lpstr>BMWG charter</vt:lpstr>
      <vt:lpstr>IPPM charter</vt:lpstr>
      <vt:lpstr>Notetaker</vt:lpstr>
      <vt:lpstr>Agenda – Working Group Documents</vt:lpstr>
      <vt:lpstr>Agenda – Proposed Work</vt:lpstr>
      <vt:lpstr>Joint Session Feedback</vt:lpstr>
      <vt:lpstr>BMWG Document Updates Since IETF 124</vt:lpstr>
      <vt:lpstr>IPPM Document Updates Since IETF 124</vt:lpstr>
      <vt:lpstr>Resources for IETF 125 Shenzhen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25</cp:revision>
  <dcterms:modified xsi:type="dcterms:W3CDTF">2026-03-08T10:31:44Z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1761727711</vt:lpwstr>
  </property>
</Properties>
</file>