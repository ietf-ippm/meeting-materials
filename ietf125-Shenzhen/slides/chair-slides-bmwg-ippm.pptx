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4" r:id="rId4"/>
    <p:sldMasterId id="2147483665" r:id="rId5"/>
    <p:sldMasterId id="2147483666" r:id="rId6"/>
  </p:sldMasterIdLst>
  <p:notesMasterIdLst>
    <p:notesMasterId r:id="rId23"/>
  </p:notesMasterIdLst>
  <p:sldIdLst>
    <p:sldId id="256" r:id="rId7"/>
    <p:sldId id="272" r:id="rId8"/>
    <p:sldId id="258" r:id="rId9"/>
    <p:sldId id="259" r:id="rId10"/>
    <p:sldId id="270" r:id="rId11"/>
    <p:sldId id="268" r:id="rId12"/>
    <p:sldId id="267" r:id="rId13"/>
    <p:sldId id="261" r:id="rId14"/>
    <p:sldId id="263" r:id="rId15"/>
    <p:sldId id="264" r:id="rId16"/>
    <p:sldId id="271" r:id="rId17"/>
    <p:sldId id="274" r:id="rId18"/>
    <p:sldId id="266" r:id="rId19"/>
    <p:sldId id="273" r:id="rId20"/>
    <p:sldId id="269" r:id="rId21"/>
    <p:sldId id="260" r:id="rId22"/>
  </p:sldIdLst>
  <p:sldSz cx="9144000" cy="5143500" type="screen16x9"/>
  <p:notesSz cx="6858000" cy="9144000"/>
  <p:embeddedFontLst>
    <p:embeddedFont>
      <p:font typeface="Inter" panose="020B0604020202020204" charset="0"/>
      <p:regular r:id="rId24"/>
      <p:bold r:id="rId25"/>
      <p:italic r:id="rId26"/>
      <p:boldItalic r:id="rId27"/>
    </p:embeddedFont>
    <p:embeddedFont>
      <p:font typeface="Montserrat" panose="00000500000000000000" pitchFamily="2" charset="0"/>
      <p:regular r:id="rId28"/>
      <p:bold r:id="rId29"/>
      <p:italic r:id="rId30"/>
      <p:boldItalic r:id="rId31"/>
    </p:embeddedFont>
    <p:embeddedFont>
      <p:font typeface="Open Sans" panose="020B0606030504020204" pitchFamily="34" charset="0"/>
      <p:regular r:id="rId32"/>
      <p:bold r:id="rId33"/>
      <p:italic r:id="rId34"/>
      <p:boldItalic r:id="rId35"/>
    </p:embeddedFont>
    <p:embeddedFont>
      <p:font typeface="Open Sans Medium" panose="020B0604020202020204" charset="0"/>
      <p:regular r:id="rId36"/>
      <p:bold r:id="rId37"/>
      <p:italic r:id="rId38"/>
      <p:boldItalic r:id="rId39"/>
    </p:embeddedFont>
    <p:embeddedFont>
      <p:font typeface="Open Sans SemiBold" panose="020B0706030804020204" pitchFamily="34" charset="0"/>
      <p:bold r:id="rId40"/>
      <p:boldItalic r:id="rId41"/>
    </p:embeddedFont>
    <p:embeddedFont>
      <p:font typeface="Roboto" panose="020000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4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3A2461-F736-466E-BB25-A64358F1D84B}" v="16" dt="2026-03-17T03:54:52.6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418" y="96"/>
      </p:cViewPr>
      <p:guideLst>
        <p:guide orient="horz" pos="164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3.fntdata"/><Relationship Id="rId39" Type="http://schemas.openxmlformats.org/officeDocument/2006/relationships/font" Target="fonts/font16.fntdata"/><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font" Target="fonts/font11.fntdata"/><Relationship Id="rId42" Type="http://schemas.openxmlformats.org/officeDocument/2006/relationships/font" Target="fonts/font19.fntdata"/><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font" Target="fonts/font6.fntdata"/><Relationship Id="rId41" Type="http://schemas.openxmlformats.org/officeDocument/2006/relationships/font" Target="fonts/font18.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font" Target="fonts/font22.fntdata"/><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8.fntdata"/><Relationship Id="rId44" Type="http://schemas.openxmlformats.org/officeDocument/2006/relationships/font" Target="fonts/font21.fnt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48" Type="http://schemas.openxmlformats.org/officeDocument/2006/relationships/theme" Target="theme/theme1.xml"/><Relationship Id="rId8" Type="http://schemas.openxmlformats.org/officeDocument/2006/relationships/slide" Target="slides/slide2.xml"/><Relationship Id="rId5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f Thomas, SCS-INI-NET-VNC-E2E" userId="487bc3e3-9ce7-4cdd-b7b4-8899ea88d289" providerId="ADAL" clId="{52F89B06-B397-4BA4-9DB6-8A81C30956C2}"/>
    <pc:docChg chg="addSld delSld modSld">
      <pc:chgData name="Graf Thomas, SCS-INI-NET-VNC-E2E" userId="487bc3e3-9ce7-4cdd-b7b4-8899ea88d289" providerId="ADAL" clId="{52F89B06-B397-4BA4-9DB6-8A81C30956C2}" dt="2025-11-04T14:39:54.897" v="2" actId="47"/>
      <pc:docMkLst>
        <pc:docMk/>
      </pc:docMkLst>
      <pc:sldChg chg="del">
        <pc:chgData name="Graf Thomas, SCS-INI-NET-VNC-E2E" userId="487bc3e3-9ce7-4cdd-b7b4-8899ea88d289" providerId="ADAL" clId="{52F89B06-B397-4BA4-9DB6-8A81C30956C2}" dt="2025-11-04T14:39:54.897" v="2" actId="47"/>
        <pc:sldMkLst>
          <pc:docMk/>
          <pc:sldMk cId="0" sldId="257"/>
        </pc:sldMkLst>
      </pc:sldChg>
      <pc:sldChg chg="add del">
        <pc:chgData name="Graf Thomas, SCS-INI-NET-VNC-E2E" userId="487bc3e3-9ce7-4cdd-b7b4-8899ea88d289" providerId="ADAL" clId="{52F89B06-B397-4BA4-9DB6-8A81C30956C2}" dt="2025-11-04T14:39:38.974" v="1"/>
        <pc:sldMkLst>
          <pc:docMk/>
          <pc:sldMk cId="0" sldId="272"/>
        </pc:sldMkLst>
      </pc:sldChg>
    </pc:docChg>
  </pc:docChgLst>
  <pc:docChgLst>
    <pc:chgData name="Marcus Ihlar" userId="3466507a-8f95-47f2-ae1b-ce7d6ca611a4" providerId="ADAL" clId="{AED546ED-D998-4FD7-8756-673BE2DDCF49}"/>
    <pc:docChg chg="modSld">
      <pc:chgData name="Marcus Ihlar" userId="3466507a-8f95-47f2-ae1b-ce7d6ca611a4" providerId="ADAL" clId="{AED546ED-D998-4FD7-8756-673BE2DDCF49}" dt="2025-07-16T10:35:22.434" v="10" actId="20577"/>
      <pc:docMkLst>
        <pc:docMk/>
      </pc:docMkLst>
      <pc:sldChg chg="modSp mod">
        <pc:chgData name="Marcus Ihlar" userId="3466507a-8f95-47f2-ae1b-ce7d6ca611a4" providerId="ADAL" clId="{AED546ED-D998-4FD7-8756-673BE2DDCF49}" dt="2025-07-16T10:35:22.434" v="10" actId="20577"/>
        <pc:sldMkLst>
          <pc:docMk/>
          <pc:sldMk cId="0" sldId="256"/>
        </pc:sldMkLst>
      </pc:sldChg>
      <pc:sldChg chg="modSp mod">
        <pc:chgData name="Marcus Ihlar" userId="3466507a-8f95-47f2-ae1b-ce7d6ca611a4" providerId="ADAL" clId="{AED546ED-D998-4FD7-8756-673BE2DDCF49}" dt="2025-07-16T10:18:57.833" v="8" actId="20577"/>
        <pc:sldMkLst>
          <pc:docMk/>
          <pc:sldMk cId="2128497270" sldId="269"/>
        </pc:sldMkLst>
      </pc:sldChg>
    </pc:docChg>
  </pc:docChgLst>
  <pc:docChgLst>
    <pc:chgData name="Graf Thomas, SCS-INI-NET-VNC-E2E" userId="487bc3e3-9ce7-4cdd-b7b4-8899ea88d289" providerId="ADAL" clId="{4403439A-50EC-49D8-B7F6-3D7264685FDE}"/>
    <pc:docChg chg="undo custSel addSld modSld sldOrd">
      <pc:chgData name="Graf Thomas, SCS-INI-NET-VNC-E2E" userId="487bc3e3-9ce7-4cdd-b7b4-8899ea88d289" providerId="ADAL" clId="{4403439A-50EC-49D8-B7F6-3D7264685FDE}" dt="2025-07-21T05:25:01.641" v="1423" actId="1076"/>
      <pc:docMkLst>
        <pc:docMk/>
      </pc:docMkLst>
      <pc:sldChg chg="modSp mod">
        <pc:chgData name="Graf Thomas, SCS-INI-NET-VNC-E2E" userId="487bc3e3-9ce7-4cdd-b7b4-8899ea88d289" providerId="ADAL" clId="{4403439A-50EC-49D8-B7F6-3D7264685FDE}" dt="2025-07-10T05:43:59.555" v="6" actId="20577"/>
        <pc:sldMkLst>
          <pc:docMk/>
          <pc:sldMk cId="0" sldId="256"/>
        </pc:sldMkLst>
      </pc:sldChg>
      <pc:sldChg chg="ord">
        <pc:chgData name="Graf Thomas, SCS-INI-NET-VNC-E2E" userId="487bc3e3-9ce7-4cdd-b7b4-8899ea88d289" providerId="ADAL" clId="{4403439A-50EC-49D8-B7F6-3D7264685FDE}" dt="2025-07-10T06:22:20.341" v="686"/>
        <pc:sldMkLst>
          <pc:docMk/>
          <pc:sldMk cId="0" sldId="259"/>
        </pc:sldMkLst>
      </pc:sldChg>
      <pc:sldChg chg="modSp mod">
        <pc:chgData name="Graf Thomas, SCS-INI-NET-VNC-E2E" userId="487bc3e3-9ce7-4cdd-b7b4-8899ea88d289" providerId="ADAL" clId="{4403439A-50EC-49D8-B7F6-3D7264685FDE}" dt="2025-07-10T05:48:14.572" v="76" actId="20577"/>
        <pc:sldMkLst>
          <pc:docMk/>
          <pc:sldMk cId="0" sldId="260"/>
        </pc:sldMkLst>
      </pc:sldChg>
      <pc:sldChg chg="modSp mod">
        <pc:chgData name="Graf Thomas, SCS-INI-NET-VNC-E2E" userId="487bc3e3-9ce7-4cdd-b7b4-8899ea88d289" providerId="ADAL" clId="{4403439A-50EC-49D8-B7F6-3D7264685FDE}" dt="2025-07-10T05:44:34.935" v="15" actId="20577"/>
        <pc:sldMkLst>
          <pc:docMk/>
          <pc:sldMk cId="3471097262" sldId="261"/>
        </pc:sldMkLst>
      </pc:sldChg>
      <pc:sldChg chg="addSp delSp modSp mod">
        <pc:chgData name="Graf Thomas, SCS-INI-NET-VNC-E2E" userId="487bc3e3-9ce7-4cdd-b7b4-8899ea88d289" providerId="ADAL" clId="{4403439A-50EC-49D8-B7F6-3D7264685FDE}" dt="2025-07-21T05:25:01.641" v="1423" actId="1076"/>
        <pc:sldMkLst>
          <pc:docMk/>
          <pc:sldMk cId="2332748115" sldId="263"/>
        </pc:sldMkLst>
      </pc:sldChg>
      <pc:sldChg chg="addSp delSp modSp mod">
        <pc:chgData name="Graf Thomas, SCS-INI-NET-VNC-E2E" userId="487bc3e3-9ce7-4cdd-b7b4-8899ea88d289" providerId="ADAL" clId="{4403439A-50EC-49D8-B7F6-3D7264685FDE}" dt="2025-07-14T15:38:27.636" v="757" actId="1076"/>
        <pc:sldMkLst>
          <pc:docMk/>
          <pc:sldMk cId="703495152" sldId="264"/>
        </pc:sldMkLst>
      </pc:sldChg>
      <pc:sldChg chg="modSp mod">
        <pc:chgData name="Graf Thomas, SCS-INI-NET-VNC-E2E" userId="487bc3e3-9ce7-4cdd-b7b4-8899ea88d289" providerId="ADAL" clId="{4403439A-50EC-49D8-B7F6-3D7264685FDE}" dt="2025-07-10T06:06:38.835" v="223" actId="14100"/>
        <pc:sldMkLst>
          <pc:docMk/>
          <pc:sldMk cId="1372742302" sldId="266"/>
        </pc:sldMkLst>
      </pc:sldChg>
      <pc:sldChg chg="modSp add mod">
        <pc:chgData name="Graf Thomas, SCS-INI-NET-VNC-E2E" userId="487bc3e3-9ce7-4cdd-b7b4-8899ea88d289" providerId="ADAL" clId="{4403439A-50EC-49D8-B7F6-3D7264685FDE}" dt="2025-07-10T06:00:40.529" v="209" actId="20577"/>
        <pc:sldMkLst>
          <pc:docMk/>
          <pc:sldMk cId="1383312952" sldId="267"/>
        </pc:sldMkLst>
      </pc:sldChg>
      <pc:sldChg chg="modSp add mod ord">
        <pc:chgData name="Graf Thomas, SCS-INI-NET-VNC-E2E" userId="487bc3e3-9ce7-4cdd-b7b4-8899ea88d289" providerId="ADAL" clId="{4403439A-50EC-49D8-B7F6-3D7264685FDE}" dt="2025-07-10T06:00:34.413" v="207" actId="20577"/>
        <pc:sldMkLst>
          <pc:docMk/>
          <pc:sldMk cId="1659843495" sldId="268"/>
        </pc:sldMkLst>
      </pc:sldChg>
      <pc:sldChg chg="modSp add mod">
        <pc:chgData name="Graf Thomas, SCS-INI-NET-VNC-E2E" userId="487bc3e3-9ce7-4cdd-b7b4-8899ea88d289" providerId="ADAL" clId="{4403439A-50EC-49D8-B7F6-3D7264685FDE}" dt="2025-07-10T06:19:40.757" v="684" actId="20577"/>
        <pc:sldMkLst>
          <pc:docMk/>
          <pc:sldMk cId="2128497270" sldId="269"/>
        </pc:sldMkLst>
      </pc:sldChg>
      <pc:sldChg chg="modSp add mod ord">
        <pc:chgData name="Graf Thomas, SCS-INI-NET-VNC-E2E" userId="487bc3e3-9ce7-4cdd-b7b4-8899ea88d289" providerId="ADAL" clId="{4403439A-50EC-49D8-B7F6-3D7264685FDE}" dt="2025-07-15T09:01:50.650" v="1407" actId="20577"/>
        <pc:sldMkLst>
          <pc:docMk/>
          <pc:sldMk cId="2434865477" sldId="270"/>
        </pc:sldMkLst>
      </pc:sldChg>
      <pc:sldChg chg="addSp delSp modSp add mod">
        <pc:chgData name="Graf Thomas, SCS-INI-NET-VNC-E2E" userId="487bc3e3-9ce7-4cdd-b7b4-8899ea88d289" providerId="ADAL" clId="{4403439A-50EC-49D8-B7F6-3D7264685FDE}" dt="2025-07-14T15:38:57.390" v="780" actId="1076"/>
        <pc:sldMkLst>
          <pc:docMk/>
          <pc:sldMk cId="1859012803" sldId="271"/>
        </pc:sldMkLst>
      </pc:sldChg>
    </pc:docChg>
  </pc:docChgLst>
  <pc:docChgLst>
    <pc:chgData name="Graf Thomas, SCS-INI-NET-VNC-E2E" userId="487bc3e3-9ce7-4cdd-b7b4-8899ea88d289" providerId="ADAL" clId="{ADEEF08A-D719-4B50-A383-4105EDA2C206}"/>
    <pc:docChg chg="undo custSel addSld delSld modSld sldOrd">
      <pc:chgData name="Graf Thomas, SCS-INI-NET-VNC-E2E" userId="487bc3e3-9ce7-4cdd-b7b4-8899ea88d289" providerId="ADAL" clId="{ADEEF08A-D719-4B50-A383-4105EDA2C206}" dt="2026-03-17T03:54:28.756" v="852" actId="6549"/>
      <pc:docMkLst>
        <pc:docMk/>
      </pc:docMkLst>
      <pc:sldChg chg="modSp mod">
        <pc:chgData name="Graf Thomas, SCS-INI-NET-VNC-E2E" userId="487bc3e3-9ce7-4cdd-b7b4-8899ea88d289" providerId="ADAL" clId="{ADEEF08A-D719-4B50-A383-4105EDA2C206}" dt="2026-03-08T10:31:33.624" v="335" actId="20577"/>
        <pc:sldMkLst>
          <pc:docMk/>
          <pc:sldMk cId="0" sldId="256"/>
        </pc:sldMkLst>
        <pc:spChg chg="mod">
          <ac:chgData name="Graf Thomas, SCS-INI-NET-VNC-E2E" userId="487bc3e3-9ce7-4cdd-b7b4-8899ea88d289" providerId="ADAL" clId="{ADEEF08A-D719-4B50-A383-4105EDA2C206}" dt="2026-03-08T10:23:41.621" v="9" actId="20577"/>
          <ac:spMkLst>
            <pc:docMk/>
            <pc:sldMk cId="0" sldId="256"/>
            <ac:spMk id="99" creationId="{00000000-0000-0000-0000-000000000000}"/>
          </ac:spMkLst>
        </pc:spChg>
        <pc:spChg chg="mod">
          <ac:chgData name="Graf Thomas, SCS-INI-NET-VNC-E2E" userId="487bc3e3-9ce7-4cdd-b7b4-8899ea88d289" providerId="ADAL" clId="{ADEEF08A-D719-4B50-A383-4105EDA2C206}" dt="2026-03-08T10:23:39.513" v="8" actId="20577"/>
          <ac:spMkLst>
            <pc:docMk/>
            <pc:sldMk cId="0" sldId="256"/>
            <ac:spMk id="100" creationId="{00000000-0000-0000-0000-000000000000}"/>
          </ac:spMkLst>
        </pc:spChg>
        <pc:spChg chg="mod">
          <ac:chgData name="Graf Thomas, SCS-INI-NET-VNC-E2E" userId="487bc3e3-9ce7-4cdd-b7b4-8899ea88d289" providerId="ADAL" clId="{ADEEF08A-D719-4B50-A383-4105EDA2C206}" dt="2026-03-08T10:31:33.624" v="335" actId="20577"/>
          <ac:spMkLst>
            <pc:docMk/>
            <pc:sldMk cId="0" sldId="256"/>
            <ac:spMk id="101" creationId="{00000000-0000-0000-0000-000000000000}"/>
          </ac:spMkLst>
        </pc:spChg>
      </pc:sldChg>
      <pc:sldChg chg="modSp mod">
        <pc:chgData name="Graf Thomas, SCS-INI-NET-VNC-E2E" userId="487bc3e3-9ce7-4cdd-b7b4-8899ea88d289" providerId="ADAL" clId="{ADEEF08A-D719-4B50-A383-4105EDA2C206}" dt="2026-03-08T10:23:47.954" v="10" actId="20577"/>
        <pc:sldMkLst>
          <pc:docMk/>
          <pc:sldMk cId="0" sldId="259"/>
        </pc:sldMkLst>
        <pc:spChg chg="mod">
          <ac:chgData name="Graf Thomas, SCS-INI-NET-VNC-E2E" userId="487bc3e3-9ce7-4cdd-b7b4-8899ea88d289" providerId="ADAL" clId="{ADEEF08A-D719-4B50-A383-4105EDA2C206}" dt="2026-03-08T10:23:47.954" v="10" actId="20577"/>
          <ac:spMkLst>
            <pc:docMk/>
            <pc:sldMk cId="0" sldId="259"/>
            <ac:spMk id="119" creationId="{00000000-0000-0000-0000-000000000000}"/>
          </ac:spMkLst>
        </pc:spChg>
      </pc:sldChg>
      <pc:sldChg chg="modSp mod modShow">
        <pc:chgData name="Graf Thomas, SCS-INI-NET-VNC-E2E" userId="487bc3e3-9ce7-4cdd-b7b4-8899ea88d289" providerId="ADAL" clId="{ADEEF08A-D719-4B50-A383-4105EDA2C206}" dt="2026-03-17T03:50:27.260" v="849" actId="729"/>
        <pc:sldMkLst>
          <pc:docMk/>
          <pc:sldMk cId="0" sldId="260"/>
        </pc:sldMkLst>
        <pc:spChg chg="mod">
          <ac:chgData name="Graf Thomas, SCS-INI-NET-VNC-E2E" userId="487bc3e3-9ce7-4cdd-b7b4-8899ea88d289" providerId="ADAL" clId="{ADEEF08A-D719-4B50-A383-4105EDA2C206}" dt="2026-03-08T10:28:35.394" v="300" actId="20577"/>
          <ac:spMkLst>
            <pc:docMk/>
            <pc:sldMk cId="0" sldId="260"/>
            <ac:spMk id="128" creationId="{00000000-0000-0000-0000-000000000000}"/>
          </ac:spMkLst>
        </pc:spChg>
      </pc:sldChg>
      <pc:sldChg chg="modSp mod">
        <pc:chgData name="Graf Thomas, SCS-INI-NET-VNC-E2E" userId="487bc3e3-9ce7-4cdd-b7b4-8899ea88d289" providerId="ADAL" clId="{ADEEF08A-D719-4B50-A383-4105EDA2C206}" dt="2026-03-08T10:27:50.854" v="281" actId="20577"/>
        <pc:sldMkLst>
          <pc:docMk/>
          <pc:sldMk cId="3471097262" sldId="261"/>
        </pc:sldMkLst>
        <pc:spChg chg="mod">
          <ac:chgData name="Graf Thomas, SCS-INI-NET-VNC-E2E" userId="487bc3e3-9ce7-4cdd-b7b4-8899ea88d289" providerId="ADAL" clId="{ADEEF08A-D719-4B50-A383-4105EDA2C206}" dt="2026-03-08T10:27:50.854" v="281" actId="20577"/>
          <ac:spMkLst>
            <pc:docMk/>
            <pc:sldMk cId="3471097262" sldId="261"/>
            <ac:spMk id="3" creationId="{DA4A6F5D-9442-B583-BAB9-5A102B90EC22}"/>
          </ac:spMkLst>
        </pc:spChg>
      </pc:sldChg>
      <pc:sldChg chg="addSp delSp modSp mod">
        <pc:chgData name="Graf Thomas, SCS-INI-NET-VNC-E2E" userId="487bc3e3-9ce7-4cdd-b7b4-8899ea88d289" providerId="ADAL" clId="{ADEEF08A-D719-4B50-A383-4105EDA2C206}" dt="2026-03-17T03:35:05.713" v="827" actId="14100"/>
        <pc:sldMkLst>
          <pc:docMk/>
          <pc:sldMk cId="2332748115" sldId="263"/>
        </pc:sldMkLst>
        <pc:picChg chg="add mod">
          <ac:chgData name="Graf Thomas, SCS-INI-NET-VNC-E2E" userId="487bc3e3-9ce7-4cdd-b7b4-8899ea88d289" providerId="ADAL" clId="{ADEEF08A-D719-4B50-A383-4105EDA2C206}" dt="2026-03-17T03:35:05.713" v="827" actId="14100"/>
          <ac:picMkLst>
            <pc:docMk/>
            <pc:sldMk cId="2332748115" sldId="263"/>
            <ac:picMk id="5" creationId="{7D9875EA-960F-77FB-E964-5AC1532E0964}"/>
          </ac:picMkLst>
        </pc:picChg>
        <pc:picChg chg="add del mod">
          <ac:chgData name="Graf Thomas, SCS-INI-NET-VNC-E2E" userId="487bc3e3-9ce7-4cdd-b7b4-8899ea88d289" providerId="ADAL" clId="{ADEEF08A-D719-4B50-A383-4105EDA2C206}" dt="2026-03-17T03:34:59.055" v="823" actId="478"/>
          <ac:picMkLst>
            <pc:docMk/>
            <pc:sldMk cId="2332748115" sldId="263"/>
            <ac:picMk id="6" creationId="{1BE5F7A4-628B-DDA9-A72D-3012CFAB2A25}"/>
          </ac:picMkLst>
        </pc:picChg>
      </pc:sldChg>
      <pc:sldChg chg="addSp delSp modSp mod">
        <pc:chgData name="Graf Thomas, SCS-INI-NET-VNC-E2E" userId="487bc3e3-9ce7-4cdd-b7b4-8899ea88d289" providerId="ADAL" clId="{ADEEF08A-D719-4B50-A383-4105EDA2C206}" dt="2026-03-17T03:35:31.710" v="832" actId="14100"/>
        <pc:sldMkLst>
          <pc:docMk/>
          <pc:sldMk cId="703495152" sldId="264"/>
        </pc:sldMkLst>
        <pc:picChg chg="add del mod">
          <ac:chgData name="Graf Thomas, SCS-INI-NET-VNC-E2E" userId="487bc3e3-9ce7-4cdd-b7b4-8899ea88d289" providerId="ADAL" clId="{ADEEF08A-D719-4B50-A383-4105EDA2C206}" dt="2026-03-17T03:35:22.297" v="828" actId="478"/>
          <ac:picMkLst>
            <pc:docMk/>
            <pc:sldMk cId="703495152" sldId="264"/>
            <ac:picMk id="5" creationId="{2A7C2331-189C-8472-D7A5-7462F6F8EE24}"/>
          </ac:picMkLst>
        </pc:picChg>
        <pc:picChg chg="add mod">
          <ac:chgData name="Graf Thomas, SCS-INI-NET-VNC-E2E" userId="487bc3e3-9ce7-4cdd-b7b4-8899ea88d289" providerId="ADAL" clId="{ADEEF08A-D719-4B50-A383-4105EDA2C206}" dt="2026-03-17T03:35:31.710" v="832" actId="14100"/>
          <ac:picMkLst>
            <pc:docMk/>
            <pc:sldMk cId="703495152" sldId="264"/>
            <ac:picMk id="6" creationId="{6C42BB47-46B8-24B3-E7FC-8D01301DFE79}"/>
          </ac:picMkLst>
        </pc:picChg>
      </pc:sldChg>
      <pc:sldChg chg="modSp mod">
        <pc:chgData name="Graf Thomas, SCS-INI-NET-VNC-E2E" userId="487bc3e3-9ce7-4cdd-b7b4-8899ea88d289" providerId="ADAL" clId="{ADEEF08A-D719-4B50-A383-4105EDA2C206}" dt="2026-03-17T03:51:31.613" v="851" actId="14100"/>
        <pc:sldMkLst>
          <pc:docMk/>
          <pc:sldMk cId="1372742302" sldId="266"/>
        </pc:sldMkLst>
        <pc:spChg chg="mod">
          <ac:chgData name="Graf Thomas, SCS-INI-NET-VNC-E2E" userId="487bc3e3-9ce7-4cdd-b7b4-8899ea88d289" providerId="ADAL" clId="{ADEEF08A-D719-4B50-A383-4105EDA2C206}" dt="2026-03-08T10:28:11.415" v="282" actId="20577"/>
          <ac:spMkLst>
            <pc:docMk/>
            <pc:sldMk cId="1372742302" sldId="266"/>
            <ac:spMk id="2" creationId="{0B9E15DC-F076-98D2-1BDF-BC01FEC9047B}"/>
          </ac:spMkLst>
        </pc:spChg>
        <pc:spChg chg="mod">
          <ac:chgData name="Graf Thomas, SCS-INI-NET-VNC-E2E" userId="487bc3e3-9ce7-4cdd-b7b4-8899ea88d289" providerId="ADAL" clId="{ADEEF08A-D719-4B50-A383-4105EDA2C206}" dt="2026-03-17T03:51:31.613" v="851" actId="14100"/>
          <ac:spMkLst>
            <pc:docMk/>
            <pc:sldMk cId="1372742302" sldId="266"/>
            <ac:spMk id="3" creationId="{FED4E835-D652-159B-D0CD-7FC58A509645}"/>
          </ac:spMkLst>
        </pc:spChg>
      </pc:sldChg>
      <pc:sldChg chg="modSp mod">
        <pc:chgData name="Graf Thomas, SCS-INI-NET-VNC-E2E" userId="487bc3e3-9ce7-4cdd-b7b4-8899ea88d289" providerId="ADAL" clId="{ADEEF08A-D719-4B50-A383-4105EDA2C206}" dt="2026-03-17T03:54:28.756" v="852" actId="6549"/>
        <pc:sldMkLst>
          <pc:docMk/>
          <pc:sldMk cId="2128497270" sldId="269"/>
        </pc:sldMkLst>
        <pc:spChg chg="mod">
          <ac:chgData name="Graf Thomas, SCS-INI-NET-VNC-E2E" userId="487bc3e3-9ce7-4cdd-b7b4-8899ea88d289" providerId="ADAL" clId="{ADEEF08A-D719-4B50-A383-4105EDA2C206}" dt="2026-03-08T10:28:22.189" v="288" actId="20577"/>
          <ac:spMkLst>
            <pc:docMk/>
            <pc:sldMk cId="2128497270" sldId="269"/>
            <ac:spMk id="2" creationId="{0B9E15DC-F076-98D2-1BDF-BC01FEC9047B}"/>
          </ac:spMkLst>
        </pc:spChg>
        <pc:spChg chg="mod">
          <ac:chgData name="Graf Thomas, SCS-INI-NET-VNC-E2E" userId="487bc3e3-9ce7-4cdd-b7b4-8899ea88d289" providerId="ADAL" clId="{ADEEF08A-D719-4B50-A383-4105EDA2C206}" dt="2026-03-17T03:54:28.756" v="852" actId="6549"/>
          <ac:spMkLst>
            <pc:docMk/>
            <pc:sldMk cId="2128497270" sldId="269"/>
            <ac:spMk id="3" creationId="{FED4E835-D652-159B-D0CD-7FC58A509645}"/>
          </ac:spMkLst>
        </pc:spChg>
      </pc:sldChg>
      <pc:sldChg chg="modSp mod">
        <pc:chgData name="Graf Thomas, SCS-INI-NET-VNC-E2E" userId="487bc3e3-9ce7-4cdd-b7b4-8899ea88d289" providerId="ADAL" clId="{ADEEF08A-D719-4B50-A383-4105EDA2C206}" dt="2026-03-08T10:27:29.438" v="280" actId="20577"/>
        <pc:sldMkLst>
          <pc:docMk/>
          <pc:sldMk cId="2434865477" sldId="270"/>
        </pc:sldMkLst>
        <pc:spChg chg="mod">
          <ac:chgData name="Graf Thomas, SCS-INI-NET-VNC-E2E" userId="487bc3e3-9ce7-4cdd-b7b4-8899ea88d289" providerId="ADAL" clId="{ADEEF08A-D719-4B50-A383-4105EDA2C206}" dt="2026-03-08T10:27:29.438" v="280" actId="20577"/>
          <ac:spMkLst>
            <pc:docMk/>
            <pc:sldMk cId="2434865477" sldId="270"/>
            <ac:spMk id="3" creationId="{DA4A6F5D-9442-B583-BAB9-5A102B90EC22}"/>
          </ac:spMkLst>
        </pc:spChg>
      </pc:sldChg>
      <pc:sldChg chg="addSp delSp modSp mod">
        <pc:chgData name="Graf Thomas, SCS-INI-NET-VNC-E2E" userId="487bc3e3-9ce7-4cdd-b7b4-8899ea88d289" providerId="ADAL" clId="{ADEEF08A-D719-4B50-A383-4105EDA2C206}" dt="2026-03-16T02:57:23.834" v="822" actId="14100"/>
        <pc:sldMkLst>
          <pc:docMk/>
          <pc:sldMk cId="1859012803" sldId="271"/>
        </pc:sldMkLst>
        <pc:spChg chg="mod">
          <ac:chgData name="Graf Thomas, SCS-INI-NET-VNC-E2E" userId="487bc3e3-9ce7-4cdd-b7b4-8899ea88d289" providerId="ADAL" clId="{ADEEF08A-D719-4B50-A383-4105EDA2C206}" dt="2026-03-08T10:31:18.398" v="334" actId="20577"/>
          <ac:spMkLst>
            <pc:docMk/>
            <pc:sldMk cId="1859012803" sldId="271"/>
            <ac:spMk id="2" creationId="{0B9E15DC-F076-98D2-1BDF-BC01FEC9047B}"/>
          </ac:spMkLst>
        </pc:spChg>
        <pc:spChg chg="add mod">
          <ac:chgData name="Graf Thomas, SCS-INI-NET-VNC-E2E" userId="487bc3e3-9ce7-4cdd-b7b4-8899ea88d289" providerId="ADAL" clId="{ADEEF08A-D719-4B50-A383-4105EDA2C206}" dt="2026-03-16T02:57:23.834" v="822" actId="14100"/>
          <ac:spMkLst>
            <pc:docMk/>
            <pc:sldMk cId="1859012803" sldId="271"/>
            <ac:spMk id="3" creationId="{24D281E7-F8E0-9C4E-FACE-B48E30DA03D5}"/>
          </ac:spMkLst>
        </pc:spChg>
        <pc:picChg chg="add mod">
          <ac:chgData name="Graf Thomas, SCS-INI-NET-VNC-E2E" userId="487bc3e3-9ce7-4cdd-b7b4-8899ea88d289" providerId="ADAL" clId="{ADEEF08A-D719-4B50-A383-4105EDA2C206}" dt="2026-03-16T02:56:34.681" v="811" actId="1076"/>
          <ac:picMkLst>
            <pc:docMk/>
            <pc:sldMk cId="1859012803" sldId="271"/>
            <ac:picMk id="6" creationId="{85C6D280-0516-F8D3-85BF-7CA106FAF3CA}"/>
          </ac:picMkLst>
        </pc:picChg>
      </pc:sldChg>
      <pc:sldChg chg="add del">
        <pc:chgData name="Graf Thomas, SCS-INI-NET-VNC-E2E" userId="487bc3e3-9ce7-4cdd-b7b4-8899ea88d289" providerId="ADAL" clId="{ADEEF08A-D719-4B50-A383-4105EDA2C206}" dt="2026-03-16T02:22:09.813" v="337" actId="47"/>
        <pc:sldMkLst>
          <pc:docMk/>
          <pc:sldMk cId="752615359" sldId="274"/>
        </pc:sldMkLst>
      </pc:sldChg>
      <pc:sldChg chg="addSp modSp add mod ord">
        <pc:chgData name="Graf Thomas, SCS-INI-NET-VNC-E2E" userId="487bc3e3-9ce7-4cdd-b7b4-8899ea88d289" providerId="ADAL" clId="{ADEEF08A-D719-4B50-A383-4105EDA2C206}" dt="2026-03-16T02:40:37.316" v="585" actId="14100"/>
        <pc:sldMkLst>
          <pc:docMk/>
          <pc:sldMk cId="1104703509" sldId="274"/>
        </pc:sldMkLst>
        <pc:spChg chg="mod">
          <ac:chgData name="Graf Thomas, SCS-INI-NET-VNC-E2E" userId="487bc3e3-9ce7-4cdd-b7b4-8899ea88d289" providerId="ADAL" clId="{ADEEF08A-D719-4B50-A383-4105EDA2C206}" dt="2026-03-16T02:35:53.505" v="404" actId="20577"/>
          <ac:spMkLst>
            <pc:docMk/>
            <pc:sldMk cId="1104703509" sldId="274"/>
            <ac:spMk id="2" creationId="{3A62407B-9037-8811-E9B5-967FF3CC1850}"/>
          </ac:spMkLst>
        </pc:spChg>
        <pc:spChg chg="mod">
          <ac:chgData name="Graf Thomas, SCS-INI-NET-VNC-E2E" userId="487bc3e3-9ce7-4cdd-b7b4-8899ea88d289" providerId="ADAL" clId="{ADEEF08A-D719-4B50-A383-4105EDA2C206}" dt="2026-03-16T02:40:26.643" v="584" actId="14100"/>
          <ac:spMkLst>
            <pc:docMk/>
            <pc:sldMk cId="1104703509" sldId="274"/>
            <ac:spMk id="6" creationId="{76D2EA37-6A9F-D652-D6D0-0DCBD6441296}"/>
          </ac:spMkLst>
        </pc:spChg>
        <pc:picChg chg="add mod">
          <ac:chgData name="Graf Thomas, SCS-INI-NET-VNC-E2E" userId="487bc3e3-9ce7-4cdd-b7b4-8899ea88d289" providerId="ADAL" clId="{ADEEF08A-D719-4B50-A383-4105EDA2C206}" dt="2026-03-16T02:40:37.316" v="585" actId="14100"/>
          <ac:picMkLst>
            <pc:docMk/>
            <pc:sldMk cId="1104703509" sldId="274"/>
            <ac:picMk id="5" creationId="{74860F62-55C1-B405-CE9E-8841E36880C9}"/>
          </ac:picMkLst>
        </pc:picChg>
      </pc:sldChg>
      <pc:sldChg chg="add del ord">
        <pc:chgData name="Graf Thomas, SCS-INI-NET-VNC-E2E" userId="487bc3e3-9ce7-4cdd-b7b4-8899ea88d289" providerId="ADAL" clId="{ADEEF08A-D719-4B50-A383-4105EDA2C206}" dt="2026-03-16T02:52:04.115" v="589" actId="47"/>
        <pc:sldMkLst>
          <pc:docMk/>
          <pc:sldMk cId="1432535309" sldId="275"/>
        </pc:sldMkLst>
      </pc:sldChg>
    </pc:docChg>
  </pc:docChgLst>
  <pc:docChgLst>
    <pc:chgData name="Graf Thomas, SCS-INI-NET-VNC-E2E" userId="487bc3e3-9ce7-4cdd-b7b4-8899ea88d289" providerId="ADAL" clId="{4725F99E-EFE0-4780-BB38-6BDDFB9F73C4}"/>
    <pc:docChg chg="undo custSel delSld modSld">
      <pc:chgData name="Graf Thomas, SCS-INI-NET-VNC-E2E" userId="487bc3e3-9ce7-4cdd-b7b4-8899ea88d289" providerId="ADAL" clId="{4725F99E-EFE0-4780-BB38-6BDDFB9F73C4}" dt="2025-10-27T07:49:36.115" v="1042" actId="20577"/>
      <pc:docMkLst>
        <pc:docMk/>
      </pc:docMkLst>
      <pc:sldChg chg="modSp mod">
        <pc:chgData name="Graf Thomas, SCS-INI-NET-VNC-E2E" userId="487bc3e3-9ce7-4cdd-b7b4-8899ea88d289" providerId="ADAL" clId="{4725F99E-EFE0-4780-BB38-6BDDFB9F73C4}" dt="2025-10-27T07:43:43.844" v="1022" actId="790"/>
        <pc:sldMkLst>
          <pc:docMk/>
          <pc:sldMk cId="0" sldId="256"/>
        </pc:sldMkLst>
      </pc:sldChg>
      <pc:sldChg chg="modSp mod">
        <pc:chgData name="Graf Thomas, SCS-INI-NET-VNC-E2E" userId="487bc3e3-9ce7-4cdd-b7b4-8899ea88d289" providerId="ADAL" clId="{4725F99E-EFE0-4780-BB38-6BDDFB9F73C4}" dt="2025-10-27T07:43:53.689" v="1023" actId="790"/>
        <pc:sldMkLst>
          <pc:docMk/>
          <pc:sldMk cId="0" sldId="257"/>
        </pc:sldMkLst>
      </pc:sldChg>
      <pc:sldChg chg="modSp mod">
        <pc:chgData name="Graf Thomas, SCS-INI-NET-VNC-E2E" userId="487bc3e3-9ce7-4cdd-b7b4-8899ea88d289" providerId="ADAL" clId="{4725F99E-EFE0-4780-BB38-6BDDFB9F73C4}" dt="2025-10-27T07:44:00.397" v="1024" actId="790"/>
        <pc:sldMkLst>
          <pc:docMk/>
          <pc:sldMk cId="0" sldId="258"/>
        </pc:sldMkLst>
      </pc:sldChg>
      <pc:sldChg chg="modSp mod">
        <pc:chgData name="Graf Thomas, SCS-INI-NET-VNC-E2E" userId="487bc3e3-9ce7-4cdd-b7b4-8899ea88d289" providerId="ADAL" clId="{4725F99E-EFE0-4780-BB38-6BDDFB9F73C4}" dt="2025-10-27T07:44:05.500" v="1025" actId="790"/>
        <pc:sldMkLst>
          <pc:docMk/>
          <pc:sldMk cId="0" sldId="259"/>
        </pc:sldMkLst>
      </pc:sldChg>
      <pc:sldChg chg="modSp mod">
        <pc:chgData name="Graf Thomas, SCS-INI-NET-VNC-E2E" userId="487bc3e3-9ce7-4cdd-b7b4-8899ea88d289" providerId="ADAL" clId="{4725F99E-EFE0-4780-BB38-6BDDFB9F73C4}" dt="2025-10-27T07:48:29.201" v="1038" actId="14100"/>
        <pc:sldMkLst>
          <pc:docMk/>
          <pc:sldMk cId="0" sldId="260"/>
        </pc:sldMkLst>
      </pc:sldChg>
      <pc:sldChg chg="modSp mod">
        <pc:chgData name="Graf Thomas, SCS-INI-NET-VNC-E2E" userId="487bc3e3-9ce7-4cdd-b7b4-8899ea88d289" providerId="ADAL" clId="{4725F99E-EFE0-4780-BB38-6BDDFB9F73C4}" dt="2025-10-27T07:44:34.772" v="1029" actId="790"/>
        <pc:sldMkLst>
          <pc:docMk/>
          <pc:sldMk cId="3471097262" sldId="261"/>
        </pc:sldMkLst>
      </pc:sldChg>
      <pc:sldChg chg="addSp delSp modSp mod">
        <pc:chgData name="Graf Thomas, SCS-INI-NET-VNC-E2E" userId="487bc3e3-9ce7-4cdd-b7b4-8899ea88d289" providerId="ADAL" clId="{4725F99E-EFE0-4780-BB38-6BDDFB9F73C4}" dt="2025-10-27T07:44:42.065" v="1030" actId="790"/>
        <pc:sldMkLst>
          <pc:docMk/>
          <pc:sldMk cId="2332748115" sldId="263"/>
        </pc:sldMkLst>
      </pc:sldChg>
      <pc:sldChg chg="addSp delSp modSp mod">
        <pc:chgData name="Graf Thomas, SCS-INI-NET-VNC-E2E" userId="487bc3e3-9ce7-4cdd-b7b4-8899ea88d289" providerId="ADAL" clId="{4725F99E-EFE0-4780-BB38-6BDDFB9F73C4}" dt="2025-10-27T07:48:38.632" v="1041" actId="14100"/>
        <pc:sldMkLst>
          <pc:docMk/>
          <pc:sldMk cId="703495152" sldId="264"/>
        </pc:sldMkLst>
      </pc:sldChg>
      <pc:sldChg chg="modSp mod">
        <pc:chgData name="Graf Thomas, SCS-INI-NET-VNC-E2E" userId="487bc3e3-9ce7-4cdd-b7b4-8899ea88d289" providerId="ADAL" clId="{4725F99E-EFE0-4780-BB38-6BDDFB9F73C4}" dt="2025-10-27T07:48:32.985" v="1039" actId="14100"/>
        <pc:sldMkLst>
          <pc:docMk/>
          <pc:sldMk cId="1372742302" sldId="266"/>
        </pc:sldMkLst>
      </pc:sldChg>
      <pc:sldChg chg="modSp mod">
        <pc:chgData name="Graf Thomas, SCS-INI-NET-VNC-E2E" userId="487bc3e3-9ce7-4cdd-b7b4-8899ea88d289" providerId="ADAL" clId="{4725F99E-EFE0-4780-BB38-6BDDFB9F73C4}" dt="2025-10-27T07:44:28.099" v="1028" actId="790"/>
        <pc:sldMkLst>
          <pc:docMk/>
          <pc:sldMk cId="1383312952" sldId="267"/>
        </pc:sldMkLst>
      </pc:sldChg>
      <pc:sldChg chg="modSp mod">
        <pc:chgData name="Graf Thomas, SCS-INI-NET-VNC-E2E" userId="487bc3e3-9ce7-4cdd-b7b4-8899ea88d289" providerId="ADAL" clId="{4725F99E-EFE0-4780-BB38-6BDDFB9F73C4}" dt="2025-10-27T07:44:19.944" v="1027" actId="790"/>
        <pc:sldMkLst>
          <pc:docMk/>
          <pc:sldMk cId="1659843495" sldId="268"/>
        </pc:sldMkLst>
      </pc:sldChg>
      <pc:sldChg chg="modSp mod">
        <pc:chgData name="Graf Thomas, SCS-INI-NET-VNC-E2E" userId="487bc3e3-9ce7-4cdd-b7b4-8899ea88d289" providerId="ADAL" clId="{4725F99E-EFE0-4780-BB38-6BDDFB9F73C4}" dt="2025-10-27T07:48:26.232" v="1037" actId="14100"/>
        <pc:sldMkLst>
          <pc:docMk/>
          <pc:sldMk cId="2128497270" sldId="269"/>
        </pc:sldMkLst>
      </pc:sldChg>
      <pc:sldChg chg="modSp mod">
        <pc:chgData name="Graf Thomas, SCS-INI-NET-VNC-E2E" userId="487bc3e3-9ce7-4cdd-b7b4-8899ea88d289" providerId="ADAL" clId="{4725F99E-EFE0-4780-BB38-6BDDFB9F73C4}" dt="2025-10-27T07:49:36.115" v="1042" actId="20577"/>
        <pc:sldMkLst>
          <pc:docMk/>
          <pc:sldMk cId="2434865477" sldId="270"/>
        </pc:sldMkLst>
      </pc:sldChg>
      <pc:sldChg chg="addSp delSp modSp mod">
        <pc:chgData name="Graf Thomas, SCS-INI-NET-VNC-E2E" userId="487bc3e3-9ce7-4cdd-b7b4-8899ea88d289" providerId="ADAL" clId="{4725F99E-EFE0-4780-BB38-6BDDFB9F73C4}" dt="2025-10-27T07:48:35.751" v="1040" actId="14100"/>
        <pc:sldMkLst>
          <pc:docMk/>
          <pc:sldMk cId="1859012803" sldId="271"/>
        </pc:sldMkLst>
      </pc:sldChg>
      <pc:sldChg chg="del">
        <pc:chgData name="Graf Thomas, SCS-INI-NET-VNC-E2E" userId="487bc3e3-9ce7-4cdd-b7b4-8899ea88d289" providerId="ADAL" clId="{4725F99E-EFE0-4780-BB38-6BDDFB9F73C4}" dt="2025-10-27T07:29:31.409" v="861" actId="2696"/>
        <pc:sldMkLst>
          <pc:docMk/>
          <pc:sldMk cId="333926329"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4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4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4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4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400" b="0" i="0" u="none" strike="noStrike" cap="none">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atatracker.ietf.org/meeting/120/materials/slides-120-eodir-sessb-note-well-dos-and-dont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7179d949db_7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7179d949db_7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200">
                <a:solidFill>
                  <a:srgbClr val="424242"/>
                </a:solidFill>
                <a:highlight>
                  <a:srgbClr val="FFFFFF"/>
                </a:highlight>
                <a:latin typeface="Roboto"/>
                <a:ea typeface="Roboto"/>
                <a:cs typeface="Roboto"/>
                <a:sym typeface="Roboto"/>
              </a:rPr>
              <a:t>The IETF Note Well should be shown at the start of every IETF working session. The guidance below is </a:t>
            </a:r>
            <a:r>
              <a:rPr lang="en-US" sz="1200" u="sng">
                <a:solidFill>
                  <a:srgbClr val="1976D2"/>
                </a:solidFill>
                <a:latin typeface="Roboto"/>
                <a:ea typeface="Roboto"/>
                <a:cs typeface="Roboto"/>
                <a:sym typeface="Roboto"/>
                <a:hlinkClick r:id="rId3">
                  <a:extLst>
                    <a:ext uri="{A12FA001-AC4F-418D-AE19-62706E023703}">
                      <ahyp:hlinkClr xmlns:ahyp="http://schemas.microsoft.com/office/drawing/2018/hyperlinkcolor" val="tx"/>
                    </a:ext>
                  </a:extLst>
                </a:hlinkClick>
              </a:rPr>
              <a:t>adapted from IETF legal counsel presentation during IETF 120</a:t>
            </a: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None/>
            </a:pP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1B5E20"/>
                </a:solidFill>
                <a:highlight>
                  <a:srgbClr val="E8F5E9"/>
                </a:highlight>
                <a:latin typeface="Roboto"/>
                <a:ea typeface="Roboto"/>
                <a:cs typeface="Roboto"/>
                <a:sym typeface="Roboto"/>
              </a:rPr>
              <a:t>DO</a:t>
            </a:r>
            <a:endParaRPr sz="1200">
              <a:solidFill>
                <a:srgbClr val="1B5E20"/>
              </a:solidFill>
              <a:highlight>
                <a:srgbClr val="E8F5E9"/>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make sure people have enough time to read through the slide before you move on,</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give a high-level summary of what’s covered in the Note Well: “IETF policies on conduct, privacy and IPR.”,</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encourage people to read through all the linked policies &amp; documents in detail before participating or contributing,</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explain where people can direct questions or concerns (IETF Executive Director or Ombudsteam).</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B33F00"/>
                </a:solidFill>
                <a:highlight>
                  <a:srgbClr val="FFF3E0"/>
                </a:highlight>
                <a:latin typeface="Roboto"/>
                <a:ea typeface="Roboto"/>
                <a:cs typeface="Roboto"/>
                <a:sym typeface="Roboto"/>
              </a:rPr>
              <a:t>DON'T</a:t>
            </a:r>
            <a:endParaRPr sz="1200">
              <a:solidFill>
                <a:srgbClr val="B33F00"/>
              </a:solidFill>
              <a:highlight>
                <a:srgbClr val="FFF3E0"/>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dismiss the importance or relevance of any of the information on the Note Well.</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interpret the meaning or get into the substance of any of the topics or content of the policies.</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communicate that the Note Well conveys all the information participants need to know.</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address questions or concerns in the meeting itself.</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200">
              <a:solidFill>
                <a:srgbClr val="424242"/>
              </a:solidFill>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32da09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32da09745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a9a795ffb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 name="Google Shape;117;ga9a795ffbb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02304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32da09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32da09745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5337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32da09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32da09745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0220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1423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53003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27204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3AFFB-E2C0-713F-660A-13D2800D7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25856C-5FBE-929C-989B-F613D0872E0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F8C1D1E-D27A-5E15-2E49-91FA8FA77A4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38026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08108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45430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44723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71a2a6c77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g71a2a6c778_0_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rgbClr val="002D3C"/>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754464" y="2104950"/>
            <a:ext cx="7635072" cy="933600"/>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4200"/>
              <a:buFont typeface="Inter"/>
              <a:buNone/>
              <a:defRPr sz="4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1" name="Google Shape;11;p2"/>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2"/>
          <p:cNvSpPr/>
          <p:nvPr/>
        </p:nvSpPr>
        <p:spPr>
          <a:xfrm>
            <a:off x="-125" y="4147975"/>
            <a:ext cx="9144001" cy="995701"/>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pic>
        <p:nvPicPr>
          <p:cNvPr id="13" name="Google Shape;13;p2" descr="Shape 14"/>
          <p:cNvPicPr preferRelativeResize="0"/>
          <p:nvPr/>
        </p:nvPicPr>
        <p:blipFill rotWithShape="1">
          <a:blip r:embed="rId2">
            <a:alphaModFix/>
          </a:blip>
          <a:srcRect/>
          <a:stretch/>
        </p:blipFill>
        <p:spPr>
          <a:xfrm>
            <a:off x="7440438" y="4312261"/>
            <a:ext cx="1256176" cy="6671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_AND_BODY" type="tx">
  <p:cSld name="TITLE_AND_BODY">
    <p:bg>
      <p:bgPr>
        <a:solidFill>
          <a:srgbClr val="002D3C"/>
        </a:solidFill>
        <a:effectLst/>
      </p:bgPr>
    </p:bg>
    <p:spTree>
      <p:nvGrpSpPr>
        <p:cNvPr id="1" name="Shape 14"/>
        <p:cNvGrpSpPr/>
        <p:nvPr/>
      </p:nvGrpSpPr>
      <p:grpSpPr>
        <a:xfrm>
          <a:off x="0" y="0"/>
          <a:ext cx="0" cy="0"/>
          <a:chOff x="0" y="0"/>
          <a:chExt cx="0" cy="0"/>
        </a:xfrm>
      </p:grpSpPr>
      <p:sp>
        <p:nvSpPr>
          <p:cNvPr id="15" name="Google Shape;15;p3"/>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6" name="Google Shape;16;p3"/>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7" name="Google Shape;17;p3"/>
          <p:cNvSpPr txBox="1">
            <a:spLocks noGrp="1"/>
          </p:cNvSpPr>
          <p:nvPr>
            <p:ph type="title"/>
          </p:nvPr>
        </p:nvSpPr>
        <p:spPr>
          <a:xfrm>
            <a:off x="471900" y="218223"/>
            <a:ext cx="8222100" cy="1288203"/>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600"/>
              <a:buFont typeface="Inter"/>
              <a:buNone/>
              <a:defRPr sz="36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8" name="Google Shape;18;p3"/>
          <p:cNvSpPr txBox="1">
            <a:spLocks noGrp="1"/>
          </p:cNvSpPr>
          <p:nvPr>
            <p:ph type="body" idx="1"/>
          </p:nvPr>
        </p:nvSpPr>
        <p:spPr>
          <a:xfrm>
            <a:off x="471900" y="1919074"/>
            <a:ext cx="8222100"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19" name="Google Shape;19;p3"/>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1620">
          <p15:clr>
            <a:srgbClr val="F9AD4C"/>
          </p15:clr>
        </p15:guide>
        <p15:guide id="2" pos="2880">
          <p15:clr>
            <a:srgbClr val="F9AD4C"/>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bg>
      <p:bgPr>
        <a:solidFill>
          <a:srgbClr val="002D3C"/>
        </a:solidFill>
        <a:effectLst/>
      </p:bgPr>
    </p:bg>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1pPr>
            <a:lvl2pPr marL="0" marR="0" lvl="1"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2pPr>
            <a:lvl3pPr marL="0" marR="0" lvl="2"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3pPr>
            <a:lvl4pPr marL="0" marR="0" lvl="3"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4pPr>
            <a:lvl5pPr marL="0" marR="0" lvl="4"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5pPr>
            <a:lvl6pPr marL="0" marR="0" lvl="5"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6pPr>
            <a:lvl7pPr marL="0" marR="0" lvl="6"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7pPr>
            <a:lvl8pPr marL="0" marR="0" lvl="7"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8pPr>
            <a:lvl9pPr marL="0" marR="0" lvl="8"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bg>
      <p:bgPr>
        <a:solidFill>
          <a:srgbClr val="002D3C"/>
        </a:solidFill>
        <a:effectLst/>
      </p:bgPr>
    </p:bg>
    <p:spTree>
      <p:nvGrpSpPr>
        <p:cNvPr id="1" name="Shape 22"/>
        <p:cNvGrpSpPr/>
        <p:nvPr/>
      </p:nvGrpSpPr>
      <p:grpSpPr>
        <a:xfrm>
          <a:off x="0" y="0"/>
          <a:ext cx="0" cy="0"/>
          <a:chOff x="0" y="0"/>
          <a:chExt cx="0" cy="0"/>
        </a:xfrm>
      </p:grpSpPr>
      <p:sp>
        <p:nvSpPr>
          <p:cNvPr id="23" name="Google Shape;23;p5"/>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4" name="Google Shape;24;p5"/>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5" name="Google Shape;25;p5"/>
          <p:cNvSpPr txBox="1">
            <a:spLocks noGrp="1"/>
          </p:cNvSpPr>
          <p:nvPr>
            <p:ph type="title"/>
          </p:nvPr>
        </p:nvSpPr>
        <p:spPr>
          <a:xfrm>
            <a:off x="471900" y="738725"/>
            <a:ext cx="8222100" cy="767701"/>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26" name="Google Shape;26;p5"/>
          <p:cNvSpPr txBox="1">
            <a:spLocks noGrp="1"/>
          </p:cNvSpPr>
          <p:nvPr>
            <p:ph type="body" idx="1"/>
          </p:nvPr>
        </p:nvSpPr>
        <p:spPr>
          <a:xfrm>
            <a:off x="471900" y="1919074"/>
            <a:ext cx="3999901" cy="2710201"/>
          </a:xfrm>
          <a:prstGeom prst="rect">
            <a:avLst/>
          </a:prstGeom>
          <a:noFill/>
          <a:ln>
            <a:noFill/>
          </a:ln>
        </p:spPr>
        <p:txBody>
          <a:bodyPr spcFirstLastPara="1" wrap="square" lIns="91400" tIns="91400" rIns="91400" bIns="91400" anchor="t" anchorCtr="0">
            <a:noAutofit/>
          </a:bodyPr>
          <a:lstStyle>
            <a:lvl1pPr marL="457200" marR="0" lvl="0"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1pPr>
            <a:lvl2pPr marL="914400" marR="0" lvl="1"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2pPr>
            <a:lvl3pPr marL="1371600" marR="0" lvl="2"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3pPr>
            <a:lvl4pPr marL="1828800" marR="0" lvl="3"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4pPr>
            <a:lvl5pPr marL="2286000" marR="0" lvl="4"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7" name="Google Shape;27;p5"/>
          <p:cNvSpPr txBox="1">
            <a:spLocks noGrp="1"/>
          </p:cNvSpPr>
          <p:nvPr>
            <p:ph type="body" idx="2"/>
          </p:nvPr>
        </p:nvSpPr>
        <p:spPr>
          <a:xfrm>
            <a:off x="4694249" y="1919074"/>
            <a:ext cx="3999901"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1pPr>
            <a:lvl2pPr marL="914400" marR="0" lvl="1"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2pPr>
            <a:lvl3pPr marL="1371600" marR="0" lvl="2"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3pPr>
            <a:lvl4pPr marL="1828800" marR="0" lvl="3"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4pPr>
            <a:lvl5pPr marL="2286000" marR="0" lvl="4"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8" name="Google Shape;28;p5"/>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in title" type="titleOnly">
  <p:cSld name="TITLE_ONLY">
    <p:bg>
      <p:bgPr>
        <a:solidFill>
          <a:srgbClr val="002D3C"/>
        </a:solidFill>
        <a:effectLst/>
      </p:bgPr>
    </p:bg>
    <p:spTree>
      <p:nvGrpSpPr>
        <p:cNvPr id="1" name="Shape 29"/>
        <p:cNvGrpSpPr/>
        <p:nvPr/>
      </p:nvGrpSpPr>
      <p:grpSpPr>
        <a:xfrm>
          <a:off x="0" y="0"/>
          <a:ext cx="0" cy="0"/>
          <a:chOff x="0" y="0"/>
          <a:chExt cx="0" cy="0"/>
        </a:xfrm>
      </p:grpSpPr>
      <p:sp>
        <p:nvSpPr>
          <p:cNvPr id="30" name="Google Shape;30;p6"/>
          <p:cNvSpPr/>
          <p:nvPr/>
        </p:nvSpPr>
        <p:spPr>
          <a:xfrm rot="10800000" flipH="1">
            <a:off x="0" y="770474"/>
            <a:ext cx="9144000" cy="43803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31" name="Google Shape;31;p6"/>
          <p:cNvSpPr txBox="1">
            <a:spLocks noGrp="1"/>
          </p:cNvSpPr>
          <p:nvPr>
            <p:ph type="title"/>
          </p:nvPr>
        </p:nvSpPr>
        <p:spPr>
          <a:xfrm>
            <a:off x="158699" y="61427"/>
            <a:ext cx="8826600" cy="602700"/>
          </a:xfrm>
          <a:prstGeom prst="rect">
            <a:avLst/>
          </a:prstGeom>
          <a:noFill/>
          <a:ln>
            <a:noFill/>
          </a:ln>
        </p:spPr>
        <p:txBody>
          <a:bodyPr spcFirstLastPara="1" wrap="square" lIns="91400" tIns="91400" rIns="91400" bIns="91400" anchor="ctr" anchorCtr="0">
            <a:noAutofit/>
          </a:bodyPr>
          <a:lstStyle>
            <a:lvl1pPr marR="0" lvl="0" algn="l" rtl="0">
              <a:lnSpc>
                <a:spcPct val="100000"/>
              </a:lnSpc>
              <a:spcBef>
                <a:spcPts val="0"/>
              </a:spcBef>
              <a:spcAft>
                <a:spcPts val="0"/>
              </a:spcAft>
              <a:buClr>
                <a:srgbClr val="FFFFFF"/>
              </a:buClr>
              <a:buSzPts val="2400"/>
              <a:buFont typeface="Inter"/>
              <a:buNone/>
              <a:defRPr sz="24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32" name="Google Shape;32;p6"/>
          <p:cNvSpPr txBox="1">
            <a:spLocks noGrp="1"/>
          </p:cNvSpPr>
          <p:nvPr>
            <p:ph type="body" idx="1"/>
          </p:nvPr>
        </p:nvSpPr>
        <p:spPr>
          <a:xfrm>
            <a:off x="460950" y="1001775"/>
            <a:ext cx="8222100" cy="376530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33" name="Google Shape;33;p6"/>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9"/>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p:nvPr/>
        </p:nvSpPr>
        <p:spPr>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9"/>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43" name="Google Shape;43;p9"/>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44" name="Google Shape;44;p9"/>
          <p:cNvPicPr preferRelativeResize="0"/>
          <p:nvPr/>
        </p:nvPicPr>
        <p:blipFill rotWithShape="1">
          <a:blip r:embed="rId2">
            <a:alphaModFix/>
          </a:blip>
          <a:srcRect/>
          <a:stretch/>
        </p:blipFill>
        <p:spPr>
          <a:xfrm>
            <a:off x="7922625" y="4520234"/>
            <a:ext cx="830437" cy="47450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5"/>
        <p:cNvGrpSpPr/>
        <p:nvPr/>
      </p:nvGrpSpPr>
      <p:grpSpPr>
        <a:xfrm>
          <a:off x="0" y="0"/>
          <a:ext cx="0" cy="0"/>
          <a:chOff x="0" y="0"/>
          <a:chExt cx="0" cy="0"/>
        </a:xfrm>
      </p:grpSpPr>
      <p:sp>
        <p:nvSpPr>
          <p:cNvPr id="46" name="Google Shape;46;p10"/>
          <p:cNvSpPr txBox="1">
            <a:spLocks noGrp="1"/>
          </p:cNvSpPr>
          <p:nvPr>
            <p:ph type="ctrTitle"/>
          </p:nvPr>
        </p:nvSpPr>
        <p:spPr>
          <a:xfrm>
            <a:off x="390525" y="1819275"/>
            <a:ext cx="8222100" cy="9335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800"/>
              <a:buFont typeface="Open Sans"/>
              <a:buNone/>
              <a:defRPr sz="38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9pPr>
          </a:lstStyle>
          <a:p>
            <a:endParaRPr/>
          </a:p>
        </p:txBody>
      </p:sp>
      <p:sp>
        <p:nvSpPr>
          <p:cNvPr id="47" name="Google Shape;47;p10"/>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1pPr>
            <a:lvl2pPr marR="0" lvl="1"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2pPr>
            <a:lvl3pPr marR="0" lvl="2"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3pPr>
            <a:lvl4pPr marR="0" lvl="3"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4pPr>
            <a:lvl5pPr marR="0" lvl="4"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5pPr>
            <a:lvl6pPr marR="0" lvl="5"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6pPr>
            <a:lvl7pPr marR="0" lvl="6"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7pPr>
            <a:lvl8pPr marR="0" lvl="7"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8pPr>
            <a:lvl9pPr marR="0" lvl="8"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9pPr>
          </a:lstStyle>
          <a:p>
            <a:endParaRPr/>
          </a:p>
        </p:txBody>
      </p:sp>
      <p:sp>
        <p:nvSpPr>
          <p:cNvPr id="48" name="Google Shape;48;p10"/>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49" name="Google Shape;49;p10"/>
          <p:cNvSpPr/>
          <p:nvPr/>
        </p:nvSpPr>
        <p:spPr>
          <a:xfrm>
            <a:off x="-125" y="4147975"/>
            <a:ext cx="9144000" cy="995625"/>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 name="Google Shape;50;p10"/>
          <p:cNvPicPr preferRelativeResize="0"/>
          <p:nvPr/>
        </p:nvPicPr>
        <p:blipFill rotWithShape="1">
          <a:blip r:embed="rId2">
            <a:alphaModFix/>
          </a:blip>
          <a:srcRect/>
          <a:stretch/>
        </p:blipFill>
        <p:spPr>
          <a:xfrm>
            <a:off x="7655588" y="4312262"/>
            <a:ext cx="942131" cy="500344"/>
          </a:xfrm>
          <a:prstGeom prst="rect">
            <a:avLst/>
          </a:prstGeom>
          <a:noFill/>
          <a:ln>
            <a:noFill/>
          </a:ln>
        </p:spPr>
      </p:pic>
      <p:sp>
        <p:nvSpPr>
          <p:cNvPr id="51" name="Google Shape;51;p10"/>
          <p:cNvSpPr txBox="1"/>
          <p:nvPr/>
        </p:nvSpPr>
        <p:spPr>
          <a:xfrm>
            <a:off x="381005" y="4507324"/>
            <a:ext cx="2750400" cy="276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Montserrat"/>
                <a:ea typeface="Montserrat"/>
                <a:cs typeface="Montserrat"/>
                <a:sym typeface="Montserrat"/>
              </a:rPr>
              <a:t>Making the Internet work better</a:t>
            </a:r>
            <a:endParaRPr sz="1200" b="0" i="0" u="none" strike="noStrike" cap="none">
              <a:solidFill>
                <a:schemeClr val="lt2"/>
              </a:solidFill>
              <a:latin typeface="Montserrat"/>
              <a:ea typeface="Montserrat"/>
              <a:cs typeface="Montserrat"/>
              <a:sym typeface="Montserra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2"/>
        <p:cNvGrpSpPr/>
        <p:nvPr/>
      </p:nvGrpSpPr>
      <p:grpSpPr>
        <a:xfrm>
          <a:off x="0" y="0"/>
          <a:ext cx="0" cy="0"/>
          <a:chOff x="0" y="0"/>
          <a:chExt cx="0" cy="0"/>
        </a:xfrm>
      </p:grpSpPr>
      <p:sp>
        <p:nvSpPr>
          <p:cNvPr id="53" name="Google Shape;53;p11"/>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11"/>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SemiBold"/>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56" name="Google Shape;56;p11"/>
          <p:cNvSpPr txBox="1">
            <a:spLocks noGrp="1"/>
          </p:cNvSpPr>
          <p:nvPr>
            <p:ph type="body" idx="1"/>
          </p:nvPr>
        </p:nvSpPr>
        <p:spPr>
          <a:xfrm>
            <a:off x="627500" y="1794600"/>
            <a:ext cx="8066400" cy="2710125"/>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2pPr>
            <a:lvl3pPr marL="1371600" marR="0" lvl="2"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3pPr>
            <a:lvl4pPr marL="1828800" marR="0" lvl="3"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4pPr>
            <a:lvl5pPr marL="2286000" marR="0" lvl="4"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5pPr>
            <a:lvl6pPr marL="2743200" marR="0" lvl="5"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6pPr>
            <a:lvl7pPr marL="3200400" marR="0" lvl="6"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7pPr>
            <a:lvl8pPr marL="3657600" marR="0" lvl="7"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9pPr>
          </a:lstStyle>
          <a:p>
            <a:endParaRPr/>
          </a:p>
        </p:txBody>
      </p:sp>
      <p:sp>
        <p:nvSpPr>
          <p:cNvPr id="57" name="Google Shape;57;p11"/>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58" name="Google Shape;58;p11"/>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sp>
        <p:nvSpPr>
          <p:cNvPr id="60" name="Google Shape;60;p12"/>
          <p:cNvSpPr txBox="1">
            <a:spLocks noGrp="1"/>
          </p:cNvSpPr>
          <p:nvPr>
            <p:ph type="title"/>
          </p:nvPr>
        </p:nvSpPr>
        <p:spPr>
          <a:xfrm>
            <a:off x="460950" y="2065350"/>
            <a:ext cx="8222100" cy="1012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4200"/>
              <a:buFont typeface="Open Sans"/>
              <a:buNone/>
              <a:defRPr sz="4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9pPr>
          </a:lstStyle>
          <a:p>
            <a:endParaRPr/>
          </a:p>
        </p:txBody>
      </p:sp>
      <p:sp>
        <p:nvSpPr>
          <p:cNvPr id="61" name="Google Shape;61;p12"/>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2"/>
        <p:cNvGrpSpPr/>
        <p:nvPr/>
      </p:nvGrpSpPr>
      <p:grpSpPr>
        <a:xfrm>
          <a:off x="0" y="0"/>
          <a:ext cx="0" cy="0"/>
          <a:chOff x="0" y="0"/>
          <a:chExt cx="0" cy="0"/>
        </a:xfrm>
      </p:grpSpPr>
      <p:sp>
        <p:nvSpPr>
          <p:cNvPr id="63" name="Google Shape;63;p13"/>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13"/>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13"/>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66" name="Google Shape;66;p13"/>
          <p:cNvSpPr txBox="1">
            <a:spLocks noGrp="1"/>
          </p:cNvSpPr>
          <p:nvPr>
            <p:ph type="body" idx="1"/>
          </p:nvPr>
        </p:nvSpPr>
        <p:spPr>
          <a:xfrm>
            <a:off x="47190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7" name="Google Shape;67;p13"/>
          <p:cNvSpPr txBox="1">
            <a:spLocks noGrp="1"/>
          </p:cNvSpPr>
          <p:nvPr>
            <p:ph type="body" idx="2"/>
          </p:nvPr>
        </p:nvSpPr>
        <p:spPr>
          <a:xfrm>
            <a:off x="469425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8" name="Google Shape;68;p13"/>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69" name="Google Shape;69;p13"/>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14"/>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14"/>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14"/>
          <p:cNvSpPr txBox="1">
            <a:spLocks noGrp="1"/>
          </p:cNvSpPr>
          <p:nvPr>
            <p:ph type="title"/>
          </p:nvPr>
        </p:nvSpPr>
        <p:spPr>
          <a:xfrm>
            <a:off x="226078" y="357800"/>
            <a:ext cx="2808000" cy="9533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2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9pPr>
          </a:lstStyle>
          <a:p>
            <a:endParaRPr/>
          </a:p>
        </p:txBody>
      </p:sp>
      <p:sp>
        <p:nvSpPr>
          <p:cNvPr id="74" name="Google Shape;74;p14"/>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marR="0" lvl="0" indent="-304800" algn="l">
              <a:lnSpc>
                <a:spcPct val="115000"/>
              </a:lnSpc>
              <a:spcBef>
                <a:spcPts val="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9pPr>
          </a:lstStyle>
          <a:p>
            <a:endParaRPr/>
          </a:p>
        </p:txBody>
      </p:sp>
      <p:sp>
        <p:nvSpPr>
          <p:cNvPr id="75" name="Google Shape;75;p14"/>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490250" y="488250"/>
            <a:ext cx="6227100" cy="4090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5200"/>
              <a:buFont typeface="Open Sans"/>
              <a:buNone/>
              <a:defRPr sz="5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9pPr>
          </a:lstStyle>
          <a:p>
            <a:endParaRPr/>
          </a:p>
        </p:txBody>
      </p:sp>
      <p:sp>
        <p:nvSpPr>
          <p:cNvPr id="78" name="Google Shape;78;p15"/>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9"/>
        <p:cNvGrpSpPr/>
        <p:nvPr/>
      </p:nvGrpSpPr>
      <p:grpSpPr>
        <a:xfrm>
          <a:off x="0" y="0"/>
          <a:ext cx="0" cy="0"/>
          <a:chOff x="0" y="0"/>
          <a:chExt cx="0" cy="0"/>
        </a:xfrm>
      </p:grpSpPr>
      <p:sp>
        <p:nvSpPr>
          <p:cNvPr id="80" name="Google Shape;80;p16"/>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rot="5400000">
            <a:off x="1946462" y="2517713"/>
            <a:ext cx="5142825"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4200"/>
              <a:buFont typeface="Arial"/>
              <a:buNone/>
              <a:defRPr sz="42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9pPr>
          </a:lstStyle>
          <a:p>
            <a:endParaRPr/>
          </a:p>
        </p:txBody>
      </p:sp>
      <p:sp>
        <p:nvSpPr>
          <p:cNvPr id="83" name="Google Shape;83;p16"/>
          <p:cNvSpPr txBox="1">
            <a:spLocks noGrp="1"/>
          </p:cNvSpPr>
          <p:nvPr>
            <p:ph type="subTitle" idx="1"/>
          </p:nvPr>
        </p:nvSpPr>
        <p:spPr>
          <a:xfrm>
            <a:off x="265500" y="2779467"/>
            <a:ext cx="4045200" cy="1235025"/>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1pPr>
            <a:lvl2pPr marR="0" lvl="1"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2pPr>
            <a:lvl3pPr marR="0" lvl="2"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3pPr>
            <a:lvl4pPr marR="0" lvl="3"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4pPr>
            <a:lvl5pPr marR="0" lvl="4"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5pPr>
            <a:lvl6pPr marR="0" lvl="5"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6pPr>
            <a:lvl7pPr marR="0" lvl="6"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7pPr>
            <a:lvl8pPr marR="0" lvl="7"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8pPr>
            <a:lvl9pPr marR="0" lvl="8"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9pPr>
          </a:lstStyle>
          <a:p>
            <a:endParaRPr/>
          </a:p>
        </p:txBody>
      </p:sp>
      <p:sp>
        <p:nvSpPr>
          <p:cNvPr id="84" name="Google Shape;84;p16"/>
          <p:cNvSpPr txBox="1">
            <a:spLocks noGrp="1"/>
          </p:cNvSpPr>
          <p:nvPr>
            <p:ph type="body" idx="2"/>
          </p:nvPr>
        </p:nvSpPr>
        <p:spPr>
          <a:xfrm>
            <a:off x="4939500" y="724200"/>
            <a:ext cx="3837000" cy="3695175"/>
          </a:xfrm>
          <a:prstGeom prst="rect">
            <a:avLst/>
          </a:prstGeom>
          <a:noFill/>
          <a:ln>
            <a:noFill/>
          </a:ln>
        </p:spPr>
        <p:txBody>
          <a:bodyPr spcFirstLastPara="1" wrap="square" lIns="91425" tIns="91425" rIns="91425" bIns="91425" anchor="ctr" anchorCtr="0">
            <a:noAutofit/>
          </a:bodyPr>
          <a:lstStyle>
            <a:lvl1pPr marL="457200" marR="0" lvl="0" indent="-342900" algn="l">
              <a:lnSpc>
                <a:spcPct val="115000"/>
              </a:lnSpc>
              <a:spcBef>
                <a:spcPts val="0"/>
              </a:spcBef>
              <a:spcAft>
                <a:spcPts val="0"/>
              </a:spcAft>
              <a:buClr>
                <a:schemeClr val="lt1"/>
              </a:buClr>
              <a:buSzPts val="1800"/>
              <a:buFont typeface="Montserrat"/>
              <a:buChar char="●"/>
              <a:defRPr sz="1800" b="0" i="0" u="none" strike="noStrike" cap="none">
                <a:solidFill>
                  <a:schemeClr val="lt1"/>
                </a:solidFill>
                <a:latin typeface="Montserrat"/>
                <a:ea typeface="Montserrat"/>
                <a:cs typeface="Montserrat"/>
                <a:sym typeface="Montserrat"/>
              </a:defRPr>
            </a:lvl1pPr>
            <a:lvl2pPr marL="914400" marR="0" lvl="1"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endParaRPr/>
          </a:p>
        </p:txBody>
      </p:sp>
      <p:sp>
        <p:nvSpPr>
          <p:cNvPr id="85" name="Google Shape;85;p16"/>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17"/>
          <p:cNvSpPr txBox="1"/>
          <p:nvPr/>
        </p:nvSpPr>
        <p:spPr>
          <a:xfrm rot="10800000" flipH="1">
            <a:off x="0" y="-75"/>
            <a:ext cx="9144000" cy="46959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7"/>
          <p:cNvSpPr/>
          <p:nvPr/>
        </p:nvSpPr>
        <p:spPr>
          <a:xfrm rot="10800000" flipH="1">
            <a:off x="0" y="4622800"/>
            <a:ext cx="9144000" cy="7402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7"/>
          <p:cNvSpPr txBox="1">
            <a:spLocks noGrp="1"/>
          </p:cNvSpPr>
          <p:nvPr>
            <p:ph type="body" idx="1"/>
          </p:nvPr>
        </p:nvSpPr>
        <p:spPr>
          <a:xfrm>
            <a:off x="57150" y="4696825"/>
            <a:ext cx="8382000" cy="446625"/>
          </a:xfrm>
          <a:prstGeom prst="rect">
            <a:avLst/>
          </a:prstGeom>
          <a:noFill/>
          <a:ln>
            <a:noFill/>
          </a:ln>
        </p:spPr>
        <p:txBody>
          <a:bodyPr spcFirstLastPara="1" wrap="square" lIns="91425" tIns="91425" rIns="91425" bIns="91425" anchor="ctr" anchorCtr="0">
            <a:noAutofit/>
          </a:bodyPr>
          <a:lstStyle>
            <a:lvl1pPr marL="457200" marR="0" lvl="0" indent="-228600" algn="l">
              <a:lnSpc>
                <a:spcPct val="100000"/>
              </a:lnSpc>
              <a:spcBef>
                <a:spcPts val="0"/>
              </a:spcBef>
              <a:spcAft>
                <a:spcPts val="0"/>
              </a:spcAft>
              <a:buClr>
                <a:schemeClr val="lt1"/>
              </a:buClr>
              <a:buSzPts val="1200"/>
              <a:buFont typeface="Montserrat"/>
              <a:buNone/>
              <a:defRPr sz="1200" b="0" i="0" u="none" strike="noStrike" cap="none">
                <a:solidFill>
                  <a:schemeClr val="lt1"/>
                </a:solidFill>
                <a:latin typeface="Montserrat"/>
                <a:ea typeface="Montserrat"/>
                <a:cs typeface="Montserrat"/>
                <a:sym typeface="Montserrat"/>
              </a:defRPr>
            </a:lvl1pPr>
          </a:lstStyle>
          <a:p>
            <a:endParaRPr/>
          </a:p>
        </p:txBody>
      </p:sp>
      <p:sp>
        <p:nvSpPr>
          <p:cNvPr id="90" name="Google Shape;90;p17"/>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91"/>
        <p:cNvGrpSpPr/>
        <p:nvPr/>
      </p:nvGrpSpPr>
      <p:grpSpPr>
        <a:xfrm>
          <a:off x="0" y="0"/>
          <a:ext cx="0" cy="0"/>
          <a:chOff x="0" y="0"/>
          <a:chExt cx="0" cy="0"/>
        </a:xfrm>
      </p:grpSpPr>
      <p:sp>
        <p:nvSpPr>
          <p:cNvPr id="92" name="Google Shape;92;p18"/>
          <p:cNvSpPr txBox="1">
            <a:spLocks noGrp="1"/>
          </p:cNvSpPr>
          <p:nvPr>
            <p:ph type="title" hasCustomPrompt="1"/>
          </p:nvPr>
        </p:nvSpPr>
        <p:spPr>
          <a:xfrm>
            <a:off x="475500" y="1258525"/>
            <a:ext cx="8222100" cy="1963575"/>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12000"/>
              <a:buFont typeface="Arial"/>
              <a:buNone/>
              <a:defRPr sz="12000" b="0" i="0" u="none" strike="noStrike" cap="none">
                <a:solidFill>
                  <a:schemeClr val="dk2"/>
                </a:solidFill>
                <a:latin typeface="Open Sans"/>
                <a:ea typeface="Open Sans"/>
                <a:cs typeface="Open Sans"/>
                <a:sym typeface="Open Sans"/>
              </a:defRPr>
            </a:lvl1pPr>
            <a:lvl2pPr marR="0" lvl="1"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9pPr>
          </a:lstStyle>
          <a:p>
            <a:r>
              <a:t>xx%</a:t>
            </a:r>
          </a:p>
        </p:txBody>
      </p:sp>
      <p:sp>
        <p:nvSpPr>
          <p:cNvPr id="93" name="Google Shape;93;p18"/>
          <p:cNvSpPr txBox="1">
            <a:spLocks noGrp="1"/>
          </p:cNvSpPr>
          <p:nvPr>
            <p:ph type="body" idx="1"/>
          </p:nvPr>
        </p:nvSpPr>
        <p:spPr>
          <a:xfrm>
            <a:off x="475500" y="3304625"/>
            <a:ext cx="8222100" cy="1300725"/>
          </a:xfrm>
          <a:prstGeom prst="rect">
            <a:avLst/>
          </a:prstGeom>
          <a:noFill/>
          <a:ln>
            <a:noFill/>
          </a:ln>
        </p:spPr>
        <p:txBody>
          <a:bodyPr spcFirstLastPara="1" wrap="square" lIns="91425" tIns="91425" rIns="91425" bIns="91425" anchor="t" anchorCtr="0">
            <a:noAutofit/>
          </a:bodyPr>
          <a:lstStyle>
            <a:lvl1pPr marL="457200" marR="0" lvl="0" indent="-342900" algn="ctr">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ctr">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94" name="Google Shape;94;p1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9"/>
        <p:cNvGrpSpPr/>
        <p:nvPr/>
      </p:nvGrpSpPr>
      <p:grpSpPr>
        <a:xfrm>
          <a:off x="0" y="0"/>
          <a:ext cx="0" cy="0"/>
          <a:chOff x="0" y="0"/>
          <a:chExt cx="0" cy="0"/>
        </a:xfrm>
      </p:grpSpPr>
      <p:sp>
        <p:nvSpPr>
          <p:cNvPr id="10" name="Google Shape;10;p2"/>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
          <p:cNvSpPr/>
          <p:nvPr/>
        </p:nvSpPr>
        <p:spPr>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13" name="Google Shape;13;p2"/>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14" name="Google Shape;14;p2"/>
          <p:cNvPicPr preferRelativeResize="0"/>
          <p:nvPr/>
        </p:nvPicPr>
        <p:blipFill rotWithShape="1">
          <a:blip r:embed="rId2">
            <a:alphaModFix/>
          </a:blip>
          <a:srcRect/>
          <a:stretch/>
        </p:blipFill>
        <p:spPr>
          <a:xfrm>
            <a:off x="7922625" y="4520234"/>
            <a:ext cx="830437" cy="474506"/>
          </a:xfrm>
          <a:prstGeom prst="rect">
            <a:avLst/>
          </a:prstGeom>
          <a:noFill/>
          <a:ln>
            <a:noFill/>
          </a:ln>
        </p:spPr>
      </p:pic>
    </p:spTree>
    <p:extLst>
      <p:ext uri="{BB962C8B-B14F-4D97-AF65-F5344CB8AC3E}">
        <p14:creationId xmlns:p14="http://schemas.microsoft.com/office/powerpoint/2010/main" val="1595141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90525" y="1819275"/>
            <a:ext cx="8222100" cy="9335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800"/>
              <a:buFont typeface="Open Sans"/>
              <a:buNone/>
              <a:defRPr sz="38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9pPr>
          </a:lstStyle>
          <a:p>
            <a:endParaRPr/>
          </a:p>
        </p:txBody>
      </p:sp>
      <p:sp>
        <p:nvSpPr>
          <p:cNvPr id="17" name="Google Shape;17;p3"/>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1pPr>
            <a:lvl2pPr marR="0" lvl="1"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2pPr>
            <a:lvl3pPr marR="0" lvl="2"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3pPr>
            <a:lvl4pPr marR="0" lvl="3"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4pPr>
            <a:lvl5pPr marR="0" lvl="4"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5pPr>
            <a:lvl6pPr marR="0" lvl="5"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6pPr>
            <a:lvl7pPr marR="0" lvl="6"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7pPr>
            <a:lvl8pPr marR="0" lvl="7"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8pPr>
            <a:lvl9pPr marR="0" lvl="8"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9pPr>
          </a:lstStyle>
          <a:p>
            <a:endParaRPr/>
          </a:p>
        </p:txBody>
      </p:sp>
      <p:sp>
        <p:nvSpPr>
          <p:cNvPr id="18" name="Google Shape;18;p3"/>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3"/>
          <p:cNvSpPr/>
          <p:nvPr/>
        </p:nvSpPr>
        <p:spPr>
          <a:xfrm>
            <a:off x="-125" y="4147975"/>
            <a:ext cx="9144000" cy="995625"/>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 name="Google Shape;20;p3"/>
          <p:cNvPicPr preferRelativeResize="0"/>
          <p:nvPr/>
        </p:nvPicPr>
        <p:blipFill rotWithShape="1">
          <a:blip r:embed="rId2">
            <a:alphaModFix/>
          </a:blip>
          <a:srcRect/>
          <a:stretch/>
        </p:blipFill>
        <p:spPr>
          <a:xfrm>
            <a:off x="7655588" y="4312262"/>
            <a:ext cx="942131" cy="500344"/>
          </a:xfrm>
          <a:prstGeom prst="rect">
            <a:avLst/>
          </a:prstGeom>
          <a:noFill/>
          <a:ln>
            <a:noFill/>
          </a:ln>
        </p:spPr>
      </p:pic>
      <p:sp>
        <p:nvSpPr>
          <p:cNvPr id="21" name="Google Shape;21;p3"/>
          <p:cNvSpPr txBox="1"/>
          <p:nvPr/>
        </p:nvSpPr>
        <p:spPr>
          <a:xfrm>
            <a:off x="381005" y="4507324"/>
            <a:ext cx="2750400" cy="276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Montserrat"/>
                <a:ea typeface="Montserrat"/>
                <a:cs typeface="Montserrat"/>
                <a:sym typeface="Montserrat"/>
              </a:rPr>
              <a:t>Making the Internet work better</a:t>
            </a:r>
            <a:endParaRPr sz="1200" b="0" i="0" u="none" strike="noStrike" cap="none">
              <a:solidFill>
                <a:schemeClr val="lt2"/>
              </a:solidFill>
              <a:latin typeface="Montserrat"/>
              <a:ea typeface="Montserrat"/>
              <a:cs typeface="Montserrat"/>
              <a:sym typeface="Montserrat"/>
            </a:endParaRPr>
          </a:p>
        </p:txBody>
      </p:sp>
    </p:spTree>
    <p:extLst>
      <p:ext uri="{BB962C8B-B14F-4D97-AF65-F5344CB8AC3E}">
        <p14:creationId xmlns:p14="http://schemas.microsoft.com/office/powerpoint/2010/main" val="40747761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2"/>
        <p:cNvGrpSpPr/>
        <p:nvPr/>
      </p:nvGrpSpPr>
      <p:grpSpPr>
        <a:xfrm>
          <a:off x="0" y="0"/>
          <a:ext cx="0" cy="0"/>
          <a:chOff x="0" y="0"/>
          <a:chExt cx="0" cy="0"/>
        </a:xfrm>
      </p:grpSpPr>
      <p:sp>
        <p:nvSpPr>
          <p:cNvPr id="23" name="Google Shape;23;p4"/>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4"/>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4"/>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SemiBold"/>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26" name="Google Shape;26;p4"/>
          <p:cNvSpPr txBox="1">
            <a:spLocks noGrp="1"/>
          </p:cNvSpPr>
          <p:nvPr>
            <p:ph type="body" idx="1"/>
          </p:nvPr>
        </p:nvSpPr>
        <p:spPr>
          <a:xfrm>
            <a:off x="627500" y="1794600"/>
            <a:ext cx="8066400" cy="2710125"/>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2pPr>
            <a:lvl3pPr marL="1371600" marR="0" lvl="2"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3pPr>
            <a:lvl4pPr marL="1828800" marR="0" lvl="3"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4pPr>
            <a:lvl5pPr marL="2286000" marR="0" lvl="4"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5pPr>
            <a:lvl6pPr marL="2743200" marR="0" lvl="5"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6pPr>
            <a:lvl7pPr marL="3200400" marR="0" lvl="6"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7pPr>
            <a:lvl8pPr marL="3657600" marR="0" lvl="7"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9pPr>
          </a:lstStyle>
          <a:p>
            <a:endParaRPr/>
          </a:p>
        </p:txBody>
      </p:sp>
      <p:sp>
        <p:nvSpPr>
          <p:cNvPr id="27" name="Google Shape;27;p4"/>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28" name="Google Shape;28;p4"/>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extLst>
      <p:ext uri="{BB962C8B-B14F-4D97-AF65-F5344CB8AC3E}">
        <p14:creationId xmlns:p14="http://schemas.microsoft.com/office/powerpoint/2010/main" val="29704559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60950" y="2065350"/>
            <a:ext cx="8222100" cy="1012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4200"/>
              <a:buFont typeface="Open Sans"/>
              <a:buNone/>
              <a:defRPr sz="4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9pPr>
          </a:lstStyle>
          <a:p>
            <a:endParaRPr/>
          </a:p>
        </p:txBody>
      </p:sp>
      <p:sp>
        <p:nvSpPr>
          <p:cNvPr id="31" name="Google Shape;31;p5"/>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915143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2"/>
        <p:cNvGrpSpPr/>
        <p:nvPr/>
      </p:nvGrpSpPr>
      <p:grpSpPr>
        <a:xfrm>
          <a:off x="0" y="0"/>
          <a:ext cx="0" cy="0"/>
          <a:chOff x="0" y="0"/>
          <a:chExt cx="0" cy="0"/>
        </a:xfrm>
      </p:grpSpPr>
      <p:sp>
        <p:nvSpPr>
          <p:cNvPr id="33" name="Google Shape;33;p6"/>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6"/>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6"/>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36" name="Google Shape;36;p6"/>
          <p:cNvSpPr txBox="1">
            <a:spLocks noGrp="1"/>
          </p:cNvSpPr>
          <p:nvPr>
            <p:ph type="body" idx="1"/>
          </p:nvPr>
        </p:nvSpPr>
        <p:spPr>
          <a:xfrm>
            <a:off x="47190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37" name="Google Shape;37;p6"/>
          <p:cNvSpPr txBox="1">
            <a:spLocks noGrp="1"/>
          </p:cNvSpPr>
          <p:nvPr>
            <p:ph type="body" idx="2"/>
          </p:nvPr>
        </p:nvSpPr>
        <p:spPr>
          <a:xfrm>
            <a:off x="469425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38" name="Google Shape;38;p6"/>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39" name="Google Shape;39;p6"/>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extLst>
      <p:ext uri="{BB962C8B-B14F-4D97-AF65-F5344CB8AC3E}">
        <p14:creationId xmlns:p14="http://schemas.microsoft.com/office/powerpoint/2010/main" val="37270903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0"/>
        <p:cNvGrpSpPr/>
        <p:nvPr/>
      </p:nvGrpSpPr>
      <p:grpSpPr>
        <a:xfrm>
          <a:off x="0" y="0"/>
          <a:ext cx="0" cy="0"/>
          <a:chOff x="0" y="0"/>
          <a:chExt cx="0" cy="0"/>
        </a:xfrm>
      </p:grpSpPr>
      <p:sp>
        <p:nvSpPr>
          <p:cNvPr id="41" name="Google Shape;41;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7"/>
          <p:cNvSpPr txBox="1">
            <a:spLocks noGrp="1"/>
          </p:cNvSpPr>
          <p:nvPr>
            <p:ph type="title"/>
          </p:nvPr>
        </p:nvSpPr>
        <p:spPr>
          <a:xfrm>
            <a:off x="226078" y="357800"/>
            <a:ext cx="2808000" cy="9533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2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9pPr>
          </a:lstStyle>
          <a:p>
            <a:endParaRPr/>
          </a:p>
        </p:txBody>
      </p:sp>
      <p:sp>
        <p:nvSpPr>
          <p:cNvPr id="44" name="Google Shape;44;p7"/>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marR="0" lvl="0" indent="-304800" algn="l">
              <a:lnSpc>
                <a:spcPct val="115000"/>
              </a:lnSpc>
              <a:spcBef>
                <a:spcPts val="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9pPr>
          </a:lstStyle>
          <a:p>
            <a:endParaRPr/>
          </a:p>
        </p:txBody>
      </p:sp>
      <p:sp>
        <p:nvSpPr>
          <p:cNvPr id="45" name="Google Shape;45;p7"/>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41215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a:off x="490250" y="488250"/>
            <a:ext cx="6227100" cy="4090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5200"/>
              <a:buFont typeface="Open Sans"/>
              <a:buNone/>
              <a:defRPr sz="5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9pPr>
          </a:lstStyle>
          <a:p>
            <a:endParaRPr/>
          </a:p>
        </p:txBody>
      </p:sp>
      <p:sp>
        <p:nvSpPr>
          <p:cNvPr id="48" name="Google Shape;48;p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649635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9"/>
        <p:cNvGrpSpPr/>
        <p:nvPr/>
      </p:nvGrpSpPr>
      <p:grpSpPr>
        <a:xfrm>
          <a:off x="0" y="0"/>
          <a:ext cx="0" cy="0"/>
          <a:chOff x="0" y="0"/>
          <a:chExt cx="0" cy="0"/>
        </a:xfrm>
      </p:grpSpPr>
      <p:sp>
        <p:nvSpPr>
          <p:cNvPr id="50" name="Google Shape;50;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9"/>
          <p:cNvSpPr/>
          <p:nvPr/>
        </p:nvSpPr>
        <p:spPr>
          <a:xfrm rot="5400000">
            <a:off x="1946462" y="2517713"/>
            <a:ext cx="5142825"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4200"/>
              <a:buFont typeface="Arial"/>
              <a:buNone/>
              <a:defRPr sz="42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9pPr>
          </a:lstStyle>
          <a:p>
            <a:endParaRPr/>
          </a:p>
        </p:txBody>
      </p:sp>
      <p:sp>
        <p:nvSpPr>
          <p:cNvPr id="53" name="Google Shape;53;p9"/>
          <p:cNvSpPr txBox="1">
            <a:spLocks noGrp="1"/>
          </p:cNvSpPr>
          <p:nvPr>
            <p:ph type="subTitle" idx="1"/>
          </p:nvPr>
        </p:nvSpPr>
        <p:spPr>
          <a:xfrm>
            <a:off x="265500" y="2779467"/>
            <a:ext cx="4045200" cy="1235025"/>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1pPr>
            <a:lvl2pPr marR="0" lvl="1"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2pPr>
            <a:lvl3pPr marR="0" lvl="2"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3pPr>
            <a:lvl4pPr marR="0" lvl="3"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4pPr>
            <a:lvl5pPr marR="0" lvl="4"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5pPr>
            <a:lvl6pPr marR="0" lvl="5"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6pPr>
            <a:lvl7pPr marR="0" lvl="6"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7pPr>
            <a:lvl8pPr marR="0" lvl="7"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8pPr>
            <a:lvl9pPr marR="0" lvl="8"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9pPr>
          </a:lstStyle>
          <a:p>
            <a:endParaRPr/>
          </a:p>
        </p:txBody>
      </p:sp>
      <p:sp>
        <p:nvSpPr>
          <p:cNvPr id="54" name="Google Shape;54;p9"/>
          <p:cNvSpPr txBox="1">
            <a:spLocks noGrp="1"/>
          </p:cNvSpPr>
          <p:nvPr>
            <p:ph type="body" idx="2"/>
          </p:nvPr>
        </p:nvSpPr>
        <p:spPr>
          <a:xfrm>
            <a:off x="4939500" y="724200"/>
            <a:ext cx="3837000" cy="3695175"/>
          </a:xfrm>
          <a:prstGeom prst="rect">
            <a:avLst/>
          </a:prstGeom>
          <a:noFill/>
          <a:ln>
            <a:noFill/>
          </a:ln>
        </p:spPr>
        <p:txBody>
          <a:bodyPr spcFirstLastPara="1" wrap="square" lIns="91425" tIns="91425" rIns="91425" bIns="91425" anchor="ctr" anchorCtr="0">
            <a:noAutofit/>
          </a:bodyPr>
          <a:lstStyle>
            <a:lvl1pPr marL="457200" marR="0" lvl="0" indent="-342900" algn="l">
              <a:lnSpc>
                <a:spcPct val="115000"/>
              </a:lnSpc>
              <a:spcBef>
                <a:spcPts val="0"/>
              </a:spcBef>
              <a:spcAft>
                <a:spcPts val="0"/>
              </a:spcAft>
              <a:buClr>
                <a:schemeClr val="lt1"/>
              </a:buClr>
              <a:buSzPts val="1800"/>
              <a:buFont typeface="Montserrat"/>
              <a:buChar char="●"/>
              <a:defRPr sz="1800" b="0" i="0" u="none" strike="noStrike" cap="none">
                <a:solidFill>
                  <a:schemeClr val="lt1"/>
                </a:solidFill>
                <a:latin typeface="Montserrat"/>
                <a:ea typeface="Montserrat"/>
                <a:cs typeface="Montserrat"/>
                <a:sym typeface="Montserrat"/>
              </a:defRPr>
            </a:lvl1pPr>
            <a:lvl2pPr marL="914400" marR="0" lvl="1"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endParaRPr/>
          </a:p>
        </p:txBody>
      </p:sp>
      <p:sp>
        <p:nvSpPr>
          <p:cNvPr id="55" name="Google Shape;55;p9"/>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22834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6"/>
        <p:cNvGrpSpPr/>
        <p:nvPr/>
      </p:nvGrpSpPr>
      <p:grpSpPr>
        <a:xfrm>
          <a:off x="0" y="0"/>
          <a:ext cx="0" cy="0"/>
          <a:chOff x="0" y="0"/>
          <a:chExt cx="0" cy="0"/>
        </a:xfrm>
      </p:grpSpPr>
      <p:sp>
        <p:nvSpPr>
          <p:cNvPr id="57" name="Google Shape;57;p10"/>
          <p:cNvSpPr txBox="1"/>
          <p:nvPr/>
        </p:nvSpPr>
        <p:spPr>
          <a:xfrm rot="10800000" flipH="1">
            <a:off x="0" y="-75"/>
            <a:ext cx="9144000" cy="46959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0"/>
          <p:cNvSpPr/>
          <p:nvPr/>
        </p:nvSpPr>
        <p:spPr>
          <a:xfrm rot="10800000" flipH="1">
            <a:off x="0" y="4622800"/>
            <a:ext cx="9144000" cy="7402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10"/>
          <p:cNvSpPr txBox="1">
            <a:spLocks noGrp="1"/>
          </p:cNvSpPr>
          <p:nvPr>
            <p:ph type="body" idx="1"/>
          </p:nvPr>
        </p:nvSpPr>
        <p:spPr>
          <a:xfrm>
            <a:off x="57150" y="4696825"/>
            <a:ext cx="8382000" cy="446625"/>
          </a:xfrm>
          <a:prstGeom prst="rect">
            <a:avLst/>
          </a:prstGeom>
          <a:noFill/>
          <a:ln>
            <a:noFill/>
          </a:ln>
        </p:spPr>
        <p:txBody>
          <a:bodyPr spcFirstLastPara="1" wrap="square" lIns="91425" tIns="91425" rIns="91425" bIns="91425" anchor="ctr" anchorCtr="0">
            <a:noAutofit/>
          </a:bodyPr>
          <a:lstStyle>
            <a:lvl1pPr marL="457200" marR="0" lvl="0" indent="-228600" algn="l">
              <a:lnSpc>
                <a:spcPct val="100000"/>
              </a:lnSpc>
              <a:spcBef>
                <a:spcPts val="0"/>
              </a:spcBef>
              <a:spcAft>
                <a:spcPts val="0"/>
              </a:spcAft>
              <a:buClr>
                <a:schemeClr val="lt1"/>
              </a:buClr>
              <a:buSzPts val="1200"/>
              <a:buFont typeface="Montserrat"/>
              <a:buNone/>
              <a:defRPr sz="1200" b="0" i="0" u="none" strike="noStrike" cap="none">
                <a:solidFill>
                  <a:schemeClr val="lt1"/>
                </a:solidFill>
                <a:latin typeface="Montserrat"/>
                <a:ea typeface="Montserrat"/>
                <a:cs typeface="Montserrat"/>
                <a:sym typeface="Montserrat"/>
              </a:defRPr>
            </a:lvl1pPr>
          </a:lstStyle>
          <a:p>
            <a:endParaRPr/>
          </a:p>
        </p:txBody>
      </p:sp>
      <p:sp>
        <p:nvSpPr>
          <p:cNvPr id="60" name="Google Shape;60;p10"/>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643248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61"/>
        <p:cNvGrpSpPr/>
        <p:nvPr/>
      </p:nvGrpSpPr>
      <p:grpSpPr>
        <a:xfrm>
          <a:off x="0" y="0"/>
          <a:ext cx="0" cy="0"/>
          <a:chOff x="0" y="0"/>
          <a:chExt cx="0" cy="0"/>
        </a:xfrm>
      </p:grpSpPr>
      <p:sp>
        <p:nvSpPr>
          <p:cNvPr id="62" name="Google Shape;62;p11"/>
          <p:cNvSpPr txBox="1">
            <a:spLocks noGrp="1"/>
          </p:cNvSpPr>
          <p:nvPr>
            <p:ph type="title" hasCustomPrompt="1"/>
          </p:nvPr>
        </p:nvSpPr>
        <p:spPr>
          <a:xfrm>
            <a:off x="475500" y="1258525"/>
            <a:ext cx="8222100" cy="1963575"/>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12000"/>
              <a:buFont typeface="Arial"/>
              <a:buNone/>
              <a:defRPr sz="12000" b="0" i="0" u="none" strike="noStrike" cap="none">
                <a:solidFill>
                  <a:schemeClr val="dk2"/>
                </a:solidFill>
                <a:latin typeface="Open Sans"/>
                <a:ea typeface="Open Sans"/>
                <a:cs typeface="Open Sans"/>
                <a:sym typeface="Open Sans"/>
              </a:defRPr>
            </a:lvl1pPr>
            <a:lvl2pPr marR="0" lvl="1"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9pPr>
          </a:lstStyle>
          <a:p>
            <a:r>
              <a:t>xx%</a:t>
            </a:r>
          </a:p>
        </p:txBody>
      </p:sp>
      <p:sp>
        <p:nvSpPr>
          <p:cNvPr id="63" name="Google Shape;63;p11"/>
          <p:cNvSpPr txBox="1">
            <a:spLocks noGrp="1"/>
          </p:cNvSpPr>
          <p:nvPr>
            <p:ph type="body" idx="1"/>
          </p:nvPr>
        </p:nvSpPr>
        <p:spPr>
          <a:xfrm>
            <a:off x="475500" y="3304625"/>
            <a:ext cx="8222100" cy="1300725"/>
          </a:xfrm>
          <a:prstGeom prst="rect">
            <a:avLst/>
          </a:prstGeom>
          <a:noFill/>
          <a:ln>
            <a:noFill/>
          </a:ln>
        </p:spPr>
        <p:txBody>
          <a:bodyPr spcFirstLastPara="1" wrap="square" lIns="91425" tIns="91425" rIns="91425" bIns="91425" anchor="t" anchorCtr="0">
            <a:noAutofit/>
          </a:bodyPr>
          <a:lstStyle>
            <a:lvl1pPr marL="457200" marR="0" lvl="0" indent="-342900" algn="ctr">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ctr">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64" name="Google Shape;64;p11"/>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552903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2.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3.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1pPr>
            <a:lvl2pPr marL="0" marR="0" lvl="1"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2pPr>
            <a:lvl3pPr marL="0" marR="0" lvl="2"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3pPr>
            <a:lvl4pPr marL="0" marR="0" lvl="3"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4pPr>
            <a:lvl5pPr marL="0" marR="0" lvl="4"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5pPr>
            <a:lvl6pPr marL="0" marR="0" lvl="5"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6pPr>
            <a:lvl7pPr marL="0" marR="0" lvl="6"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7pPr>
            <a:lvl8pPr marL="0" marR="0" lvl="7"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8pPr>
            <a:lvl9pPr marL="0" marR="0" lvl="8"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sp>
        <p:nvSpPr>
          <p:cNvPr id="7" name="Google Shape;7;p1"/>
          <p:cNvSpPr txBox="1">
            <a:spLocks noGrp="1"/>
          </p:cNvSpPr>
          <p:nvPr>
            <p:ph type="title"/>
          </p:nvPr>
        </p:nvSpPr>
        <p:spPr>
          <a:xfrm>
            <a:off x="457200" y="0"/>
            <a:ext cx="8229600" cy="1063229"/>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457200" y="1200150"/>
            <a:ext cx="8229600" cy="394335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002D3C"/>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37" name="Google Shape;37;p8"/>
          <p:cNvSpPr txBox="1">
            <a:spLocks noGrp="1"/>
          </p:cNvSpPr>
          <p:nvPr>
            <p:ph type="body" idx="1"/>
          </p:nvPr>
        </p:nvSpPr>
        <p:spPr>
          <a:xfrm>
            <a:off x="471900" y="1919075"/>
            <a:ext cx="8222100" cy="2710125"/>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l" rtl="0">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38" name="Google Shape;38;p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2D3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125"/>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l" rtl="0">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8" name="Google Shape;8;p1"/>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7879677"/>
      </p:ext>
    </p:extLst>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atatracker.ietf.org/group/bmwg/about/"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datatracker.ietf.org/group/ippm/about/"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notes.ietf.org/notes-ietf-125-bmwg-ipp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mailarchive.ietf.org/arch/msg/ippm/EhSNZ0ndecsyflNhu31ing8ijzA/"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hyperlink" Target="https://datatracker.ietf.org/doc/draft-ietf-bmwg-mlrsearch/" TargetMode="External"/><Relationship Id="rId7" Type="http://schemas.openxmlformats.org/officeDocument/2006/relationships/hyperlink" Target="https://datatracker.ietf.org/doc/draft-ietf-bmwg-powerbench/"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datatracker.ietf.org/doc/draft-ietf-bmwg-savnet-sav-benchmarking/" TargetMode="External"/><Relationship Id="rId5" Type="http://schemas.openxmlformats.org/officeDocument/2006/relationships/hyperlink" Target="https://datatracker.ietf.org/doc/draft-ietf-bmwg-sr-bench-meth/" TargetMode="External"/><Relationship Id="rId4" Type="http://schemas.openxmlformats.org/officeDocument/2006/relationships/hyperlink" Target="https://datatracker.ietf.org/doc/draft-ietf-bmwg-network-tester-cfg/"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datatracker.ietf.org/doc/html/draft-ietf-ippm-ioam-integrity-yang" TargetMode="External"/><Relationship Id="rId3" Type="http://schemas.openxmlformats.org/officeDocument/2006/relationships/hyperlink" Target="https://datatracker.ietf.org/doc/html/draft-ietf-ippm-asymmetrical-pkts" TargetMode="External"/><Relationship Id="rId7" Type="http://schemas.openxmlformats.org/officeDocument/2006/relationships/hyperlink" Target="https://datatracker.ietf.org/doc/html/draft-ietf-ippm-ioam-data-integrity"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mailarchive.ietf.org/arch/msg/ippm/H1Ex9oq65waM-PUQ6GpDFNQ2BcA/" TargetMode="External"/><Relationship Id="rId5" Type="http://schemas.openxmlformats.org/officeDocument/2006/relationships/hyperlink" Target="https://datatracker.ietf.org/doc/html/draft-ietf-ippm-ioam-integrity-yang-05" TargetMode="External"/><Relationship Id="rId4" Type="http://schemas.openxmlformats.org/officeDocument/2006/relationships/hyperlink" Target="https://datatracker.ietf.org/doc/html/draft-ietf-ippm-qoo-07" TargetMode="External"/><Relationship Id="rId9" Type="http://schemas.openxmlformats.org/officeDocument/2006/relationships/hyperlink" Target="https://datatracker.ietf.org/doc/html/draft-ietf-ippm-encrypted-pdmv2-13"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datatracker.ietf.org/meeting/agenda"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www.ietf.org/how/meetings/issues/" TargetMode="External"/><Relationship Id="rId4" Type="http://schemas.openxmlformats.org/officeDocument/2006/relationships/hyperlink" Target="https://www.ietf.org/how/meetings/prepar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754464" y="2104950"/>
            <a:ext cx="7635000" cy="9336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4200"/>
              <a:buFont typeface="Open Sans"/>
              <a:buNone/>
            </a:pPr>
            <a:r>
              <a:rPr lang="en-US" sz="3600" dirty="0">
                <a:latin typeface="Inter"/>
                <a:ea typeface="Inter"/>
                <a:cs typeface="Inter"/>
                <a:sym typeface="Inter"/>
              </a:rPr>
              <a:t>IETF 1</a:t>
            </a:r>
            <a:r>
              <a:rPr lang="en-US" sz="3600" dirty="0"/>
              <a:t>25</a:t>
            </a:r>
            <a:r>
              <a:rPr lang="en-US" sz="3600" dirty="0">
                <a:latin typeface="Inter"/>
                <a:ea typeface="Inter"/>
                <a:cs typeface="Inter"/>
                <a:sym typeface="Inter"/>
              </a:rPr>
              <a:t> BMWG &amp; IPPM</a:t>
            </a:r>
          </a:p>
        </p:txBody>
      </p:sp>
      <p:sp>
        <p:nvSpPr>
          <p:cNvPr id="100" name="Google Shape;100;p19"/>
          <p:cNvSpPr txBox="1"/>
          <p:nvPr/>
        </p:nvSpPr>
        <p:spPr>
          <a:xfrm>
            <a:off x="754475" y="1465800"/>
            <a:ext cx="4986900" cy="522900"/>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FFFFFF"/>
              </a:buClr>
              <a:buSzPts val="2400"/>
              <a:buFont typeface="Montserrat"/>
              <a:buNone/>
            </a:pPr>
            <a:r>
              <a:rPr lang="en-US" sz="2100" dirty="0">
                <a:solidFill>
                  <a:srgbClr val="FFFFFF"/>
                </a:solidFill>
                <a:latin typeface="Inter"/>
                <a:ea typeface="Inter"/>
                <a:cs typeface="Inter"/>
                <a:sym typeface="Inter"/>
              </a:rPr>
              <a:t>19 March 2026</a:t>
            </a:r>
            <a:endParaRPr lang="en-US" sz="1100" dirty="0">
              <a:latin typeface="Inter"/>
              <a:ea typeface="Inter"/>
              <a:cs typeface="Inter"/>
              <a:sym typeface="Inter"/>
            </a:endParaRPr>
          </a:p>
        </p:txBody>
      </p:sp>
      <p:sp>
        <p:nvSpPr>
          <p:cNvPr id="101" name="Google Shape;101;p19"/>
          <p:cNvSpPr txBox="1"/>
          <p:nvPr/>
        </p:nvSpPr>
        <p:spPr>
          <a:xfrm>
            <a:off x="294650" y="4322350"/>
            <a:ext cx="3783600" cy="44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latin typeface="Inter"/>
                <a:ea typeface="Inter"/>
                <a:cs typeface="Inter"/>
                <a:sym typeface="Inter"/>
              </a:rPr>
              <a:t>Internet Engineering Task Force</a:t>
            </a:r>
          </a:p>
          <a:p>
            <a:pPr marL="0" lvl="0" indent="0" algn="l" rtl="0">
              <a:spcBef>
                <a:spcPts val="0"/>
              </a:spcBef>
              <a:spcAft>
                <a:spcPts val="0"/>
              </a:spcAft>
              <a:buNone/>
            </a:pPr>
            <a:r>
              <a:rPr lang="en-US" sz="1200" dirty="0">
                <a:latin typeface="Inter"/>
                <a:ea typeface="Inter"/>
                <a:cs typeface="Inter"/>
                <a:sym typeface="Inter"/>
              </a:rPr>
              <a:t>© 2026 IETF Trust </a:t>
            </a:r>
          </a:p>
          <a:p>
            <a:pPr marL="0" lvl="0" indent="0" algn="l" rtl="0">
              <a:spcBef>
                <a:spcPts val="0"/>
              </a:spcBef>
              <a:spcAft>
                <a:spcPts val="0"/>
              </a:spcAft>
              <a:buNone/>
            </a:pPr>
            <a:r>
              <a:rPr lang="en-US" sz="1200" dirty="0">
                <a:latin typeface="Inter"/>
                <a:ea typeface="Inter"/>
                <a:cs typeface="Inter"/>
                <a:sym typeface="Inter"/>
              </a:rPr>
              <a:t>Production by </a:t>
            </a:r>
            <a:r>
              <a:rPr lang="en-US" sz="1200" dirty="0" err="1">
                <a:latin typeface="Inter"/>
                <a:ea typeface="Inter"/>
                <a:cs typeface="Inter"/>
                <a:sym typeface="Inter"/>
              </a:rPr>
              <a:t>Meetecho</a:t>
            </a:r>
            <a:endParaRPr lang="en-US" sz="1200" dirty="0">
              <a:latin typeface="Inter"/>
              <a:ea typeface="Inter"/>
              <a:cs typeface="Inter"/>
              <a:sym typeface="Inter"/>
            </a:endParaRPr>
          </a:p>
        </p:txBody>
      </p:sp>
      <p:sp>
        <p:nvSpPr>
          <p:cNvPr id="102" name="Google Shape;102;p19"/>
          <p:cNvSpPr txBox="1"/>
          <p:nvPr/>
        </p:nvSpPr>
        <p:spPr>
          <a:xfrm>
            <a:off x="754475" y="3154800"/>
            <a:ext cx="5724900" cy="6678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300"/>
              </a:spcBef>
              <a:spcAft>
                <a:spcPts val="0"/>
              </a:spcAft>
              <a:buNone/>
            </a:pPr>
            <a:r>
              <a:rPr lang="en-US" sz="2400" dirty="0">
                <a:solidFill>
                  <a:srgbClr val="FFF2CC"/>
                </a:solidFill>
                <a:latin typeface="Inter"/>
                <a:ea typeface="Inter"/>
                <a:cs typeface="Inter"/>
                <a:sym typeface="Inter"/>
              </a:rPr>
              <a:t>This session is being recorded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a:latin typeface="Inter"/>
                <a:ea typeface="Inter"/>
                <a:cs typeface="Inter"/>
                <a:sym typeface="Inter"/>
              </a:rPr>
              <a:t>Note Well</a:t>
            </a:r>
            <a:endParaRPr sz="2400" i="0" u="none" strike="noStrike" cap="none">
              <a:solidFill>
                <a:schemeClr val="lt1"/>
              </a:solidFill>
              <a:latin typeface="Inter"/>
              <a:ea typeface="Inter"/>
              <a:cs typeface="Inter"/>
              <a:sym typeface="Inter"/>
            </a:endParaRPr>
          </a:p>
        </p:txBody>
      </p:sp>
      <p:sp>
        <p:nvSpPr>
          <p:cNvPr id="70" name="Google Shape;70;p12"/>
          <p:cNvSpPr txBox="1"/>
          <p:nvPr/>
        </p:nvSpPr>
        <p:spPr>
          <a:xfrm>
            <a:off x="311700" y="740167"/>
            <a:ext cx="8520600" cy="4100700"/>
          </a:xfrm>
          <a:prstGeom prst="rect">
            <a:avLst/>
          </a:prstGeom>
          <a:noFill/>
          <a:ln>
            <a:noFill/>
          </a:ln>
        </p:spPr>
        <p:txBody>
          <a:bodyPr spcFirstLastPara="1" wrap="square" lIns="91400" tIns="45700" rIns="91400" bIns="45700"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By participating in the IETF you agree to follow IETF processes and policies. This Note Well is a reminder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of some of those policies. For a linked version of this text, please visit </a:t>
            </a:r>
            <a:r>
              <a:rPr kumimoji="0" lang="en-US" sz="1200" b="0" i="1" u="none" strike="noStrike" kern="0" cap="none" spc="0" normalizeH="0" baseline="0" noProof="0" dirty="0" err="1">
                <a:ln>
                  <a:noFill/>
                </a:ln>
                <a:solidFill>
                  <a:srgbClr val="000000"/>
                </a:solidFill>
                <a:effectLst/>
                <a:uLnTx/>
                <a:uFillTx/>
                <a:latin typeface="Inter"/>
                <a:ea typeface="Inter"/>
                <a:cs typeface="Inter"/>
                <a:sym typeface="Inter"/>
              </a:rPr>
              <a:t>www.ietf.org</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/note-well </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or use the QR code below.</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IETF participants are expected to behave in a professional manner and extend respect and courtesy to their colleagues at all times (see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7154: IETF Guidelines for Conduct and IETF Anti-Harassment Policy</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If you have any concerns about behavior, please contact the </a:t>
            </a:r>
            <a:r>
              <a:rPr kumimoji="0" lang="en-US" sz="1200" b="0" i="1" u="none" strike="noStrike" kern="0" cap="none" spc="0" normalizeH="0" baseline="0" noProof="0" dirty="0" err="1">
                <a:ln>
                  <a:noFill/>
                </a:ln>
                <a:solidFill>
                  <a:srgbClr val="000000"/>
                </a:solidFill>
                <a:effectLst/>
                <a:uLnTx/>
                <a:uFillTx/>
                <a:latin typeface="Inter"/>
                <a:ea typeface="Inter"/>
                <a:cs typeface="Inter"/>
                <a:sym typeface="Inter"/>
              </a:rPr>
              <a:t>Ombudsteam</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who have a duty of confidentiality and extensive powers to act, as set out in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7776: IETF Anti-Harassment Procedures</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If you are aware that any IETF contribution (as defined in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5378: Rights Contributors Provide to the IETF Trust</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is covered by patents or patent applications that are owned or controlled by you, your employer or your sponsor, you must disclose that fact, or not participate in the discussion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(see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8179: Intellectual Property Rights in IETF Technology</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For detailed process information consult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2026: Internet Standards Process </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and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2418: IETF Working Group Guidelines and Procedures </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and updates to those.</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The IETF routinely makes public written, audio, video, and photographic records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of IETF activities, including your personal information as set out in the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IETF Privacy Statement</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0" marR="0" lvl="0" indent="0" algn="l" defTabSz="914400" rtl="0" eaLnBrk="1" fontAlgn="auto" latinLnBrk="0" hangingPunct="1">
              <a:lnSpc>
                <a:spcPct val="115000"/>
              </a:lnSpc>
              <a:spcBef>
                <a:spcPts val="1000"/>
              </a:spcBef>
              <a:spcAft>
                <a:spcPts val="100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For advice, please talk to Working Group chairs or Area Directors.</a:t>
            </a:r>
            <a:endParaRPr kumimoji="0" sz="1200" b="0" i="0" u="none" strike="noStrike" kern="0" cap="none" spc="0" normalizeH="0" baseline="0" noProof="0" dirty="0">
              <a:ln>
                <a:noFill/>
              </a:ln>
              <a:solidFill>
                <a:srgbClr val="434343"/>
              </a:solidFill>
              <a:effectLst/>
              <a:uLnTx/>
              <a:uFillTx/>
              <a:latin typeface="Inter"/>
              <a:ea typeface="Inter"/>
              <a:cs typeface="Inter"/>
              <a:sym typeface="Inter"/>
            </a:endParaRPr>
          </a:p>
        </p:txBody>
      </p:sp>
      <p:pic>
        <p:nvPicPr>
          <p:cNvPr id="71" name="Google Shape;71;p12"/>
          <p:cNvPicPr preferRelativeResize="0"/>
          <p:nvPr/>
        </p:nvPicPr>
        <p:blipFill>
          <a:blip r:embed="rId3">
            <a:alphaModFix/>
          </a:blip>
          <a:stretch>
            <a:fillRect/>
          </a:stretch>
        </p:blipFill>
        <p:spPr>
          <a:xfrm>
            <a:off x="7489875" y="3038675"/>
            <a:ext cx="1383300" cy="1383300"/>
          </a:xfrm>
          <a:prstGeom prst="rect">
            <a:avLst/>
          </a:prstGeom>
          <a:noFill/>
          <a:ln w="9525" cap="flat" cmpd="sng">
            <a:solidFill>
              <a:srgbClr val="000000"/>
            </a:solidFill>
            <a:prstDash val="solid"/>
            <a:round/>
            <a:headEnd type="none" w="sm" len="sm"/>
            <a:tailEnd type="none" w="sm" len="sm"/>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t>Note Really Well</a:t>
            </a:r>
            <a:endParaRPr lang="en-US" sz="2400" b="0" i="0" u="none" strike="noStrike" cap="none" dirty="0">
              <a:solidFill>
                <a:schemeClr val="lt1"/>
              </a:solidFill>
              <a:latin typeface="Open Sans"/>
              <a:ea typeface="Open Sans"/>
              <a:cs typeface="Open Sans"/>
              <a:sym typeface="Open Sans"/>
            </a:endParaRPr>
          </a:p>
        </p:txBody>
      </p:sp>
      <p:sp>
        <p:nvSpPr>
          <p:cNvPr id="114" name="Google Shape;114;p21"/>
          <p:cNvSpPr txBox="1">
            <a:spLocks noGrp="1"/>
          </p:cNvSpPr>
          <p:nvPr>
            <p:ph type="body" idx="4294967295"/>
          </p:nvPr>
        </p:nvSpPr>
        <p:spPr>
          <a:xfrm>
            <a:off x="401925" y="722400"/>
            <a:ext cx="7871700" cy="36987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IETF meetings, virtual meetings, and mailing lists are intended for professional collaboration and networking, as defined in the IETF Guidelines for Conduct (RFC 7154), the IETF Anti-Harassment Policy, and the IETF Anti-Harassment Procedures (RFC 7776). If you have any concerns about observed behavior, please talk to the </a:t>
            </a:r>
            <a:r>
              <a:rPr lang="en-US" sz="1300" dirty="0" err="1">
                <a:solidFill>
                  <a:srgbClr val="434343"/>
                </a:solidFill>
                <a:latin typeface="Inter"/>
                <a:ea typeface="Inter"/>
                <a:cs typeface="Inter"/>
                <a:sym typeface="Inter"/>
              </a:rPr>
              <a:t>Ombudsteam</a:t>
            </a:r>
            <a:r>
              <a:rPr lang="en-US" sz="1300" dirty="0">
                <a:solidFill>
                  <a:srgbClr val="434343"/>
                </a:solidFill>
                <a:latin typeface="Inter"/>
                <a:ea typeface="Inter"/>
                <a:cs typeface="Inter"/>
                <a:sym typeface="Inter"/>
              </a:rPr>
              <a:t>, who are available if you need confidentiality to raise concerns confident about harassment or other conduct in the IETF.</a:t>
            </a:r>
          </a:p>
          <a:p>
            <a:pPr marL="457200" marR="0" lvl="0" indent="-311150" algn="l" rtl="0">
              <a:lnSpc>
                <a:spcPct val="115000"/>
              </a:lnSpc>
              <a:spcBef>
                <a:spcPts val="10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IETF strives to create and maintain an environment in which people of many different backgrounds and identities are treated with dignity, decency, and respect. Those who participate in the IETF are expected to behave according to professional standards and demonstrate appropriate workplace behavior.</a:t>
            </a:r>
          </a:p>
          <a:p>
            <a:pPr marL="457200" marR="0" lvl="0" indent="-311150" algn="l" rtl="0">
              <a:lnSpc>
                <a:spcPct val="115000"/>
              </a:lnSpc>
              <a:spcBef>
                <a:spcPts val="10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IETF participants must not engage in harassment while at IETF meetings, virtual meetings, social events, or on mailing lists. Harassment is unwelcome hostile or intimidating behavior—in particular, speech or behavior that is aggressive or intimidates.</a:t>
            </a:r>
          </a:p>
          <a:p>
            <a:pPr marL="457200" marR="0" lvl="0" indent="-311150" algn="l" rtl="0">
              <a:lnSpc>
                <a:spcPct val="115000"/>
              </a:lnSpc>
              <a:spcBef>
                <a:spcPts val="1000"/>
              </a:spcBef>
              <a:spcAft>
                <a:spcPts val="1000"/>
              </a:spcAft>
              <a:buClr>
                <a:srgbClr val="434343"/>
              </a:buClr>
              <a:buSzPts val="1300"/>
              <a:buFont typeface="Inter"/>
              <a:buChar char="●"/>
            </a:pPr>
            <a:r>
              <a:rPr lang="en-US" sz="1300" dirty="0">
                <a:solidFill>
                  <a:srgbClr val="434343"/>
                </a:solidFill>
                <a:latin typeface="Inter"/>
                <a:ea typeface="Inter"/>
                <a:cs typeface="Inter"/>
                <a:sym typeface="Inter"/>
              </a:rPr>
              <a:t>If you believe you have been harassed, notice that someone else is being harassed, </a:t>
            </a:r>
            <a:br>
              <a:rPr lang="en-US" sz="1300" dirty="0">
                <a:solidFill>
                  <a:srgbClr val="434343"/>
                </a:solidFill>
                <a:latin typeface="Inter"/>
                <a:ea typeface="Inter"/>
                <a:cs typeface="Inter"/>
                <a:sym typeface="Inter"/>
              </a:rPr>
            </a:br>
            <a:r>
              <a:rPr lang="en-US" sz="1300" dirty="0">
                <a:solidFill>
                  <a:srgbClr val="434343"/>
                </a:solidFill>
                <a:latin typeface="Inter"/>
                <a:ea typeface="Inter"/>
                <a:cs typeface="Inter"/>
                <a:sym typeface="Inter"/>
              </a:rPr>
              <a:t>or have any other concerns, you are encouraged to raise your concern in confidence </a:t>
            </a:r>
            <a:br>
              <a:rPr lang="en-US" sz="1300" dirty="0">
                <a:solidFill>
                  <a:srgbClr val="434343"/>
                </a:solidFill>
                <a:latin typeface="Inter"/>
                <a:ea typeface="Inter"/>
                <a:cs typeface="Inter"/>
                <a:sym typeface="Inter"/>
              </a:rPr>
            </a:br>
            <a:r>
              <a:rPr lang="en-US" sz="1300" dirty="0">
                <a:solidFill>
                  <a:srgbClr val="434343"/>
                </a:solidFill>
                <a:latin typeface="Inter"/>
                <a:ea typeface="Inter"/>
                <a:cs typeface="Inter"/>
                <a:sym typeface="Inter"/>
              </a:rPr>
              <a:t>with one of the Ombudspersons.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2"/>
          <p:cNvSpPr txBox="1">
            <a:spLocks noGrp="1"/>
          </p:cNvSpPr>
          <p:nvPr>
            <p:ph type="title"/>
          </p:nvPr>
        </p:nvSpPr>
        <p:spPr>
          <a:xfrm>
            <a:off x="471900" y="218223"/>
            <a:ext cx="8222100" cy="12882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3600"/>
              <a:buFont typeface="Open Sans"/>
              <a:buNone/>
            </a:pPr>
            <a:r>
              <a:rPr lang="en-US" dirty="0"/>
              <a:t>IETF 125 Meeting Tips</a:t>
            </a:r>
            <a:endParaRPr lang="en-US" sz="2400" dirty="0">
              <a:solidFill>
                <a:srgbClr val="FFFFFF"/>
              </a:solidFill>
            </a:endParaRPr>
          </a:p>
        </p:txBody>
      </p:sp>
      <p:sp>
        <p:nvSpPr>
          <p:cNvPr id="120" name="Google Shape;120;p22"/>
          <p:cNvSpPr txBox="1">
            <a:spLocks noGrp="1"/>
          </p:cNvSpPr>
          <p:nvPr>
            <p:ph type="body" idx="1"/>
          </p:nvPr>
        </p:nvSpPr>
        <p:spPr>
          <a:xfrm>
            <a:off x="331800" y="1896950"/>
            <a:ext cx="8480400" cy="2727300"/>
          </a:xfrm>
          <a:prstGeom prst="rect">
            <a:avLst/>
          </a:prstGeom>
          <a:noFill/>
          <a:ln>
            <a:noFill/>
          </a:ln>
        </p:spPr>
        <p:txBody>
          <a:bodyPr spcFirstLastPara="1" wrap="square" lIns="91400" tIns="91400" rIns="91400" bIns="91400" anchor="t" anchorCtr="0">
            <a:noAutofit/>
          </a:bodyPr>
          <a:lstStyle/>
          <a:p>
            <a:pPr marL="0" lvl="0" indent="0" algn="l" rtl="0">
              <a:lnSpc>
                <a:spcPct val="110000"/>
              </a:lnSpc>
              <a:spcBef>
                <a:spcPts val="300"/>
              </a:spcBef>
              <a:spcAft>
                <a:spcPts val="0"/>
              </a:spcAft>
              <a:buNone/>
            </a:pPr>
            <a:r>
              <a:rPr lang="en-US" sz="1600" b="1" dirty="0">
                <a:solidFill>
                  <a:srgbClr val="000000"/>
                </a:solidFill>
              </a:rPr>
              <a:t>In-person participants</a:t>
            </a:r>
            <a:endParaRPr lang="en-US" sz="1600" dirty="0">
              <a:solidFill>
                <a:srgbClr val="000000"/>
              </a:solidFill>
            </a:endParaRPr>
          </a:p>
          <a:p>
            <a:pPr marL="457200" lvl="0" indent="-330200" algn="l" rtl="0">
              <a:lnSpc>
                <a:spcPct val="110000"/>
              </a:lnSpc>
              <a:spcBef>
                <a:spcPts val="300"/>
              </a:spcBef>
              <a:spcAft>
                <a:spcPts val="0"/>
              </a:spcAft>
              <a:buClr>
                <a:srgbClr val="000000"/>
              </a:buClr>
              <a:buSzPts val="1600"/>
              <a:buChar char="●"/>
            </a:pPr>
            <a:r>
              <a:rPr lang="en-US" sz="1600" dirty="0">
                <a:solidFill>
                  <a:srgbClr val="000000"/>
                </a:solidFill>
              </a:rPr>
              <a:t>Make sure to sign into the session via </a:t>
            </a:r>
            <a:r>
              <a:rPr lang="en-US" sz="1600" dirty="0" err="1">
                <a:solidFill>
                  <a:srgbClr val="000000"/>
                </a:solidFill>
              </a:rPr>
              <a:t>Datatracker</a:t>
            </a:r>
            <a:r>
              <a:rPr lang="en-US" sz="1600" dirty="0">
                <a:solidFill>
                  <a:srgbClr val="000000"/>
                </a:solidFill>
              </a:rPr>
              <a:t> or the QR Code in this session.</a:t>
            </a:r>
          </a:p>
          <a:p>
            <a:pPr marL="457200" lvl="0" indent="-330200" algn="l" rtl="0">
              <a:lnSpc>
                <a:spcPct val="110000"/>
              </a:lnSpc>
              <a:spcBef>
                <a:spcPts val="0"/>
              </a:spcBef>
              <a:spcAft>
                <a:spcPts val="0"/>
              </a:spcAft>
              <a:buClr>
                <a:srgbClr val="000000"/>
              </a:buClr>
              <a:buSzPts val="1600"/>
              <a:buChar char="●"/>
            </a:pPr>
            <a:r>
              <a:rPr lang="en-US" sz="1600" dirty="0">
                <a:solidFill>
                  <a:srgbClr val="000000"/>
                </a:solidFill>
              </a:rPr>
              <a:t>Use </a:t>
            </a:r>
            <a:r>
              <a:rPr lang="en-US" sz="1600" dirty="0" err="1">
                <a:solidFill>
                  <a:srgbClr val="000000"/>
                </a:solidFill>
              </a:rPr>
              <a:t>Meetecho</a:t>
            </a:r>
            <a:r>
              <a:rPr lang="en-US" sz="1600" dirty="0">
                <a:solidFill>
                  <a:srgbClr val="000000"/>
                </a:solidFill>
              </a:rPr>
              <a:t> (usually the “</a:t>
            </a:r>
            <a:r>
              <a:rPr lang="en-US" sz="1600" dirty="0" err="1">
                <a:solidFill>
                  <a:srgbClr val="000000"/>
                </a:solidFill>
              </a:rPr>
              <a:t>Meetecho</a:t>
            </a:r>
            <a:r>
              <a:rPr lang="en-US" sz="1600" dirty="0">
                <a:solidFill>
                  <a:srgbClr val="000000"/>
                </a:solidFill>
              </a:rPr>
              <a:t> lite”) client to:</a:t>
            </a:r>
          </a:p>
          <a:p>
            <a:pPr marL="914400" lvl="1" indent="-330200" algn="l" rtl="0">
              <a:lnSpc>
                <a:spcPct val="110000"/>
              </a:lnSpc>
              <a:spcBef>
                <a:spcPts val="0"/>
              </a:spcBef>
              <a:spcAft>
                <a:spcPts val="0"/>
              </a:spcAft>
              <a:buClr>
                <a:srgbClr val="000000"/>
              </a:buClr>
              <a:buSzPts val="1600"/>
              <a:buChar char="○"/>
            </a:pPr>
            <a:r>
              <a:rPr lang="en-US" sz="1600" dirty="0">
                <a:solidFill>
                  <a:srgbClr val="000000"/>
                </a:solidFill>
              </a:rPr>
              <a:t>join the mic queue</a:t>
            </a:r>
          </a:p>
          <a:p>
            <a:pPr marL="914400" lvl="1" indent="-330200" algn="l" rtl="0">
              <a:lnSpc>
                <a:spcPct val="110000"/>
              </a:lnSpc>
              <a:spcBef>
                <a:spcPts val="0"/>
              </a:spcBef>
              <a:spcAft>
                <a:spcPts val="0"/>
              </a:spcAft>
              <a:buClr>
                <a:srgbClr val="000000"/>
              </a:buClr>
              <a:buSzPts val="1600"/>
              <a:buChar char="○"/>
            </a:pPr>
            <a:r>
              <a:rPr lang="en-US" sz="1600" dirty="0">
                <a:solidFill>
                  <a:srgbClr val="000000"/>
                </a:solidFill>
              </a:rPr>
              <a:t>participate in shows of hands</a:t>
            </a:r>
          </a:p>
          <a:p>
            <a:pPr marL="457200" lvl="0" indent="-330200" algn="l" rtl="0">
              <a:lnSpc>
                <a:spcPct val="110000"/>
              </a:lnSpc>
              <a:spcBef>
                <a:spcPts val="0"/>
              </a:spcBef>
              <a:spcAft>
                <a:spcPts val="0"/>
              </a:spcAft>
              <a:buClr>
                <a:srgbClr val="000000"/>
              </a:buClr>
              <a:buSzPts val="1600"/>
              <a:buChar char="●"/>
            </a:pPr>
            <a:r>
              <a:rPr lang="en-US" sz="1600" i="1" dirty="0">
                <a:solidFill>
                  <a:srgbClr val="000000"/>
                </a:solidFill>
              </a:rPr>
              <a:t>Keep audio and video off if not using the onsite version.</a:t>
            </a:r>
            <a:endParaRPr lang="en-US" sz="1600" b="1" dirty="0">
              <a:solidFill>
                <a:srgbClr val="000000"/>
              </a:solidFill>
            </a:endParaRPr>
          </a:p>
          <a:p>
            <a:pPr marL="0" lvl="0" indent="0" algn="l" rtl="0">
              <a:lnSpc>
                <a:spcPct val="110000"/>
              </a:lnSpc>
              <a:spcBef>
                <a:spcPts val="300"/>
              </a:spcBef>
              <a:spcAft>
                <a:spcPts val="0"/>
              </a:spcAft>
              <a:buNone/>
            </a:pPr>
            <a:r>
              <a:rPr lang="en-US" sz="1600" b="1" dirty="0">
                <a:solidFill>
                  <a:srgbClr val="000000"/>
                </a:solidFill>
              </a:rPr>
              <a:t>Remote participants </a:t>
            </a:r>
            <a:endParaRPr lang="en-US" sz="1600" dirty="0">
              <a:solidFill>
                <a:srgbClr val="000000"/>
              </a:solidFill>
            </a:endParaRPr>
          </a:p>
          <a:p>
            <a:pPr marL="457200" lvl="0" indent="-330200" algn="l" rtl="0">
              <a:lnSpc>
                <a:spcPct val="110000"/>
              </a:lnSpc>
              <a:spcBef>
                <a:spcPts val="300"/>
              </a:spcBef>
              <a:spcAft>
                <a:spcPts val="0"/>
              </a:spcAft>
              <a:buClr>
                <a:srgbClr val="000000"/>
              </a:buClr>
              <a:buSzPts val="1600"/>
              <a:buChar char="●"/>
            </a:pPr>
            <a:r>
              <a:rPr lang="en-US" sz="1600" dirty="0">
                <a:solidFill>
                  <a:srgbClr val="000000"/>
                </a:solidFill>
              </a:rPr>
              <a:t>Make sure your audio and video are off unless you are chairing or presenting during a session.</a:t>
            </a:r>
          </a:p>
          <a:p>
            <a:pPr marL="457200" lvl="0" indent="-330200" algn="l" rtl="0">
              <a:lnSpc>
                <a:spcPct val="110000"/>
              </a:lnSpc>
              <a:spcBef>
                <a:spcPts val="0"/>
              </a:spcBef>
              <a:spcAft>
                <a:spcPts val="0"/>
              </a:spcAft>
              <a:buClr>
                <a:srgbClr val="000000"/>
              </a:buClr>
              <a:buSzPts val="1600"/>
              <a:buChar char="●"/>
            </a:pPr>
            <a:r>
              <a:rPr lang="en-US" sz="1600" dirty="0">
                <a:solidFill>
                  <a:srgbClr val="000000"/>
                </a:solidFill>
              </a:rPr>
              <a:t>Use of a headset is strongly recommended.</a:t>
            </a:r>
          </a:p>
        </p:txBody>
      </p:sp>
      <p:sp>
        <p:nvSpPr>
          <p:cNvPr id="121" name="Google Shape;121;p22"/>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p>
            <a:pPr marL="0" lvl="0" indent="0" algn="r" rtl="0">
              <a:spcBef>
                <a:spcPts val="0"/>
              </a:spcBef>
              <a:spcAft>
                <a:spcPts val="0"/>
              </a:spcAft>
              <a:buClr>
                <a:srgbClr val="737373"/>
              </a:buClr>
              <a:buSzPts val="1000"/>
              <a:buFont typeface="Roboto"/>
              <a:buNone/>
            </a:pPr>
            <a:fld id="{00000000-1234-1234-1234-123412341234}" type="slidenum">
              <a:rPr lang="en-US"/>
              <a:t>4</a:t>
            </a:fld>
            <a:endParaRPr lang="en-US" dirty="0"/>
          </a:p>
        </p:txBody>
      </p:sp>
      <p:sp>
        <p:nvSpPr>
          <p:cNvPr id="122" name="Google Shape;122;p22"/>
          <p:cNvSpPr txBox="1"/>
          <p:nvPr/>
        </p:nvSpPr>
        <p:spPr>
          <a:xfrm>
            <a:off x="1709550" y="218225"/>
            <a:ext cx="5724900" cy="667800"/>
          </a:xfrm>
          <a:prstGeom prst="rect">
            <a:avLst/>
          </a:prstGeom>
          <a:noFill/>
          <a:ln>
            <a:noFill/>
          </a:ln>
        </p:spPr>
        <p:txBody>
          <a:bodyPr spcFirstLastPara="1" wrap="square" lIns="91425" tIns="91425" rIns="91425" bIns="91425" anchor="t" anchorCtr="0">
            <a:noAutofit/>
          </a:bodyPr>
          <a:lstStyle/>
          <a:p>
            <a:pPr marL="0" lvl="0" indent="0" algn="ctr" rtl="0">
              <a:lnSpc>
                <a:spcPct val="110000"/>
              </a:lnSpc>
              <a:spcBef>
                <a:spcPts val="300"/>
              </a:spcBef>
              <a:spcAft>
                <a:spcPts val="0"/>
              </a:spcAft>
              <a:buNone/>
            </a:pPr>
            <a:r>
              <a:rPr lang="en-US" sz="2400" dirty="0">
                <a:solidFill>
                  <a:srgbClr val="FFE599"/>
                </a:solidFill>
                <a:latin typeface="Montserrat"/>
                <a:ea typeface="Montserrat"/>
                <a:cs typeface="Montserrat"/>
                <a:sym typeface="Montserrat"/>
              </a:rPr>
              <a:t>This session is being recorded</a:t>
            </a:r>
          </a:p>
        </p:txBody>
      </p:sp>
      <p:pic>
        <p:nvPicPr>
          <p:cNvPr id="123" name="Google Shape;123;p22"/>
          <p:cNvPicPr preferRelativeResize="0"/>
          <p:nvPr/>
        </p:nvPicPr>
        <p:blipFill>
          <a:blip r:embed="rId3">
            <a:alphaModFix/>
          </a:blip>
          <a:stretch>
            <a:fillRect/>
          </a:stretch>
        </p:blipFill>
        <p:spPr>
          <a:xfrm>
            <a:off x="6916950" y="2699300"/>
            <a:ext cx="1818475" cy="810300"/>
          </a:xfrm>
          <a:prstGeom prst="rect">
            <a:avLst/>
          </a:prstGeom>
          <a:noFill/>
          <a:ln>
            <a:noFill/>
          </a:ln>
          <a:effectLst>
            <a:outerShdw blurRad="114300" dist="19050" dir="3000000" algn="bl" rotWithShape="0">
              <a:srgbClr val="000000">
                <a:alpha val="5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Joint BMWG and IPPM Meeting</a:t>
            </a:r>
          </a:p>
        </p:txBody>
      </p:sp>
      <p:sp>
        <p:nvSpPr>
          <p:cNvPr id="3" name="Text Placeholder 2">
            <a:extLst>
              <a:ext uri="{FF2B5EF4-FFF2-40B4-BE49-F238E27FC236}">
                <a16:creationId xmlns:a16="http://schemas.microsoft.com/office/drawing/2014/main" id="{DA4A6F5D-9442-B583-BAB9-5A102B90EC22}"/>
              </a:ext>
            </a:extLst>
          </p:cNvPr>
          <p:cNvSpPr>
            <a:spLocks noGrp="1"/>
          </p:cNvSpPr>
          <p:nvPr>
            <p:ph type="body" idx="1"/>
          </p:nvPr>
        </p:nvSpPr>
        <p:spPr/>
        <p:txBody>
          <a:bodyPr/>
          <a:lstStyle/>
          <a:p>
            <a:r>
              <a:rPr lang="en-US" sz="1500" dirty="0"/>
              <a:t>Due to similar topics we wanted to facilitate the exchange and discussions between both working groups by having a joint session again and start exploring a joint charter with Qin Wu together. </a:t>
            </a:r>
          </a:p>
          <a:p>
            <a:r>
              <a:rPr lang="en-US" sz="1500" dirty="0"/>
              <a:t>We reserved 15min time at the end of this session to hear your feedback on cross reviews, having enough time for discussions and newly proposed work and wherever you believe your time was spent well given that this is a joint session.</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Tree>
    <p:extLst>
      <p:ext uri="{BB962C8B-B14F-4D97-AF65-F5344CB8AC3E}">
        <p14:creationId xmlns:p14="http://schemas.microsoft.com/office/powerpoint/2010/main" val="2434865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t>BMWG charter</a:t>
            </a:r>
            <a:endParaRPr lang="en-US" sz="2400" b="0" i="0" u="none" strike="noStrike" cap="none" dirty="0">
              <a:solidFill>
                <a:schemeClr val="lt1"/>
              </a:solidFill>
              <a:latin typeface="Open Sans"/>
              <a:ea typeface="Open Sans"/>
              <a:cs typeface="Open Sans"/>
              <a:sym typeface="Open Sans"/>
            </a:endParaRPr>
          </a:p>
        </p:txBody>
      </p:sp>
      <p:sp>
        <p:nvSpPr>
          <p:cNvPr id="114" name="Google Shape;114;p21"/>
          <p:cNvSpPr txBox="1">
            <a:spLocks noGrp="1"/>
          </p:cNvSpPr>
          <p:nvPr>
            <p:ph type="body" idx="4294967295"/>
          </p:nvPr>
        </p:nvSpPr>
        <p:spPr>
          <a:xfrm>
            <a:off x="401925" y="722400"/>
            <a:ext cx="7871700" cy="3698700"/>
          </a:xfrm>
          <a:prstGeom prst="rect">
            <a:avLst/>
          </a:prstGeom>
          <a:noFill/>
          <a:ln>
            <a:noFill/>
          </a:ln>
        </p:spPr>
        <p:txBody>
          <a:bodyPr spcFirstLastPara="1" wrap="square" lIns="91425" tIns="91425" rIns="91425" bIns="91425" anchor="t" anchorCtr="0">
            <a:noAutofit/>
          </a:bodyPr>
          <a:lstStyle/>
          <a:p>
            <a:pPr marL="146050" marR="0" lvl="0" indent="0" algn="l" rtl="0">
              <a:lnSpc>
                <a:spcPct val="115000"/>
              </a:lnSpc>
              <a:spcBef>
                <a:spcPts val="600"/>
              </a:spcBef>
              <a:spcAft>
                <a:spcPts val="0"/>
              </a:spcAft>
              <a:buClr>
                <a:srgbClr val="434343"/>
              </a:buClr>
              <a:buSzPts val="1300"/>
              <a:buNone/>
            </a:pPr>
            <a:endParaRPr lang="en-US" sz="1300" dirty="0">
              <a:solidFill>
                <a:srgbClr val="434343"/>
              </a:solidFill>
              <a:latin typeface="Inter"/>
              <a:ea typeface="Inter"/>
              <a:cs typeface="Inter"/>
              <a:sym typeface="Inter"/>
            </a:endParaRP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Benchmarking Methodology Working Group (BMWG) will continue to produce a series of recommendations concerning the </a:t>
            </a:r>
            <a:r>
              <a:rPr lang="en-US" sz="1300" b="1" dirty="0">
                <a:solidFill>
                  <a:srgbClr val="434343"/>
                </a:solidFill>
                <a:latin typeface="Inter"/>
                <a:ea typeface="Inter"/>
                <a:cs typeface="Inter"/>
                <a:sym typeface="Inter"/>
              </a:rPr>
              <a:t>key performance characteristics of internetworking technologies, or benchmarks for network devices, systems, and services. </a:t>
            </a:r>
            <a:r>
              <a:rPr lang="en-US" sz="1300" dirty="0">
                <a:solidFill>
                  <a:srgbClr val="434343"/>
                </a:solidFill>
                <a:latin typeface="Inter"/>
                <a:ea typeface="Inter"/>
                <a:cs typeface="Inter"/>
                <a:sym typeface="Inter"/>
              </a:rPr>
              <a:t>Taking a view of networking divided into planes, the scope of work includes benchmarks for the management, control, and forwarding planes. </a:t>
            </a: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set of relevant benchmarks will be developed with input from the community of users (network operators and testing organizations) and from those affected by the benchmarks when they are published (networking and test equipment manufacturers). </a:t>
            </a: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scope of the BMWG is limited to the characterization of implementations of various internetworking technologies using controlled stimuli in a laboratory environment. Said differently, the BMWG does not attempt to produce benchmarks for live, operational networks.</a:t>
            </a:r>
          </a:p>
          <a:p>
            <a:pPr marL="146050" marR="0" lvl="0" indent="0" algn="l" rtl="0">
              <a:lnSpc>
                <a:spcPct val="115000"/>
              </a:lnSpc>
              <a:spcBef>
                <a:spcPts val="600"/>
              </a:spcBef>
              <a:spcAft>
                <a:spcPts val="0"/>
              </a:spcAft>
              <a:buClr>
                <a:srgbClr val="434343"/>
              </a:buClr>
              <a:buSzPts val="1300"/>
              <a:buNone/>
            </a:pPr>
            <a:endParaRPr lang="en-US" sz="1300" b="1" dirty="0">
              <a:solidFill>
                <a:srgbClr val="434343"/>
              </a:solidFill>
              <a:latin typeface="Inter"/>
              <a:ea typeface="Inter"/>
              <a:cs typeface="Inter"/>
              <a:sym typeface="Inter"/>
            </a:endParaRPr>
          </a:p>
          <a:p>
            <a:pPr marL="146050" marR="0" lvl="0" indent="0" algn="l" rtl="0">
              <a:lnSpc>
                <a:spcPct val="115000"/>
              </a:lnSpc>
              <a:spcBef>
                <a:spcPts val="600"/>
              </a:spcBef>
              <a:spcAft>
                <a:spcPts val="0"/>
              </a:spcAft>
              <a:buClr>
                <a:srgbClr val="434343"/>
              </a:buClr>
              <a:buSzPts val="1300"/>
              <a:buNone/>
            </a:pPr>
            <a:r>
              <a:rPr lang="en-US" sz="1300" b="1" dirty="0">
                <a:solidFill>
                  <a:srgbClr val="434343"/>
                </a:solidFill>
                <a:latin typeface="Inter"/>
                <a:ea typeface="Inter"/>
                <a:cs typeface="Inter"/>
                <a:sym typeface="Inter"/>
              </a:rPr>
              <a:t>Full Charter: </a:t>
            </a:r>
            <a:r>
              <a:rPr lang="en-US" sz="1300" dirty="0">
                <a:solidFill>
                  <a:srgbClr val="434343"/>
                </a:solidFill>
                <a:latin typeface="Inter"/>
                <a:ea typeface="Inter"/>
                <a:cs typeface="Inter"/>
                <a:sym typeface="Inter"/>
                <a:hlinkClick r:id="rId3"/>
              </a:rPr>
              <a:t>https://datatracker.ietf.org/group/bmwg/about/</a:t>
            </a:r>
            <a:endParaRPr lang="en-US" sz="1300" dirty="0">
              <a:solidFill>
                <a:srgbClr val="434343"/>
              </a:solidFill>
              <a:latin typeface="Inter"/>
              <a:ea typeface="Inter"/>
              <a:cs typeface="Inter"/>
              <a:sym typeface="Inter"/>
            </a:endParaRPr>
          </a:p>
        </p:txBody>
      </p:sp>
    </p:spTree>
    <p:extLst>
      <p:ext uri="{BB962C8B-B14F-4D97-AF65-F5344CB8AC3E}">
        <p14:creationId xmlns:p14="http://schemas.microsoft.com/office/powerpoint/2010/main" val="1659843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t>IPPM charter</a:t>
            </a:r>
            <a:endParaRPr lang="en-US" sz="2400" b="0" i="0" u="none" strike="noStrike" cap="none" dirty="0">
              <a:solidFill>
                <a:schemeClr val="lt1"/>
              </a:solidFill>
              <a:latin typeface="Open Sans"/>
              <a:ea typeface="Open Sans"/>
              <a:cs typeface="Open Sans"/>
              <a:sym typeface="Open Sans"/>
            </a:endParaRPr>
          </a:p>
        </p:txBody>
      </p:sp>
      <p:sp>
        <p:nvSpPr>
          <p:cNvPr id="114" name="Google Shape;114;p21"/>
          <p:cNvSpPr txBox="1">
            <a:spLocks noGrp="1"/>
          </p:cNvSpPr>
          <p:nvPr>
            <p:ph type="body" idx="4294967295"/>
          </p:nvPr>
        </p:nvSpPr>
        <p:spPr>
          <a:xfrm>
            <a:off x="401925" y="722400"/>
            <a:ext cx="7871700" cy="36987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600"/>
              </a:spcBef>
              <a:spcAft>
                <a:spcPts val="0"/>
              </a:spcAft>
              <a:buClr>
                <a:srgbClr val="434343"/>
              </a:buClr>
              <a:buSzPts val="1300"/>
              <a:buFont typeface="Inter"/>
              <a:buChar char="●"/>
            </a:pPr>
            <a:endParaRPr lang="en-US" sz="1300" dirty="0">
              <a:solidFill>
                <a:srgbClr val="434343"/>
              </a:solidFill>
              <a:latin typeface="Inter"/>
              <a:ea typeface="Inter"/>
              <a:cs typeface="Inter"/>
              <a:sym typeface="Inter"/>
            </a:endParaRP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IP Performance Measurement (IPPM) Working Group </a:t>
            </a:r>
            <a:r>
              <a:rPr lang="en-US" sz="1300" b="1" dirty="0">
                <a:solidFill>
                  <a:srgbClr val="434343"/>
                </a:solidFill>
                <a:latin typeface="Inter"/>
                <a:ea typeface="Inter"/>
                <a:cs typeface="Inter"/>
                <a:sym typeface="Inter"/>
              </a:rPr>
              <a:t>develops and maintains standard metrics that can be applied to the quality, performance, and reliability of Internet data delivery services and applications running over transport layer protocols (e.g. TCP, UDP) over IP. </a:t>
            </a:r>
            <a:r>
              <a:rPr lang="en-US" sz="1300" dirty="0">
                <a:solidFill>
                  <a:srgbClr val="434343"/>
                </a:solidFill>
                <a:latin typeface="Inter"/>
                <a:ea typeface="Inter"/>
                <a:cs typeface="Inter"/>
                <a:sym typeface="Inter"/>
              </a:rPr>
              <a:t>It also develops and maintains methodologies and protocols for the measurement of these metrics. These metrics, protocols, and methodologies are designed such that they can be used by network operators, end users, or independent testing groups. Metrics developed by the IPPM WG are intended to provide unbiased quantitative performance measurements.</a:t>
            </a: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IPPM WG works to foster commonality and comparability of metrics and measurements across IETF protocols at different layers. Its work is limited to metrics and methodologies which are applicable over transport-layer protocols over IP, and does not specify encapsulations required for measurements over non-IP layers.</a:t>
            </a:r>
          </a:p>
          <a:p>
            <a:pPr marL="146050" indent="0">
              <a:spcBef>
                <a:spcPts val="600"/>
              </a:spcBef>
              <a:buClr>
                <a:srgbClr val="434343"/>
              </a:buClr>
              <a:buSzPts val="1300"/>
              <a:buNone/>
            </a:pPr>
            <a:endParaRPr lang="en-US" sz="1300" b="1" dirty="0">
              <a:solidFill>
                <a:srgbClr val="434343"/>
              </a:solidFill>
              <a:latin typeface="Inter"/>
              <a:ea typeface="Inter"/>
              <a:cs typeface="Inter"/>
              <a:sym typeface="Inter"/>
            </a:endParaRPr>
          </a:p>
          <a:p>
            <a:pPr marL="146050" indent="0">
              <a:spcBef>
                <a:spcPts val="600"/>
              </a:spcBef>
              <a:buClr>
                <a:srgbClr val="434343"/>
              </a:buClr>
              <a:buSzPts val="1300"/>
              <a:buNone/>
            </a:pPr>
            <a:endParaRPr lang="en-US" sz="1300" b="1" dirty="0">
              <a:solidFill>
                <a:srgbClr val="434343"/>
              </a:solidFill>
              <a:latin typeface="Inter"/>
              <a:ea typeface="Inter"/>
              <a:cs typeface="Inter"/>
              <a:sym typeface="Inter"/>
            </a:endParaRPr>
          </a:p>
          <a:p>
            <a:pPr marL="146050" indent="0">
              <a:spcBef>
                <a:spcPts val="600"/>
              </a:spcBef>
              <a:buClr>
                <a:srgbClr val="434343"/>
              </a:buClr>
              <a:buSzPts val="1300"/>
              <a:buNone/>
            </a:pPr>
            <a:r>
              <a:rPr lang="en-US" sz="1300" b="1" dirty="0">
                <a:solidFill>
                  <a:srgbClr val="434343"/>
                </a:solidFill>
                <a:latin typeface="Inter"/>
                <a:ea typeface="Inter"/>
                <a:cs typeface="Inter"/>
                <a:sym typeface="Inter"/>
              </a:rPr>
              <a:t>Full Charter: </a:t>
            </a:r>
            <a:r>
              <a:rPr lang="en-US" sz="1300" dirty="0">
                <a:solidFill>
                  <a:srgbClr val="434343"/>
                </a:solidFill>
                <a:latin typeface="Inter"/>
                <a:ea typeface="Inter"/>
                <a:cs typeface="Inter"/>
                <a:sym typeface="Inter"/>
                <a:hlinkClick r:id="rId3"/>
              </a:rPr>
              <a:t>https://datatracker.ietf.org/group/ippm/about/</a:t>
            </a:r>
            <a:br>
              <a:rPr lang="en-US" sz="1300" dirty="0">
                <a:solidFill>
                  <a:srgbClr val="434343"/>
                </a:solidFill>
                <a:latin typeface="Inter"/>
                <a:ea typeface="Inter"/>
                <a:cs typeface="Inter"/>
                <a:sym typeface="Inter"/>
              </a:rPr>
            </a:br>
            <a:endParaRPr lang="en-US" sz="1300" dirty="0">
              <a:solidFill>
                <a:srgbClr val="434343"/>
              </a:solidFill>
              <a:latin typeface="Inter"/>
              <a:ea typeface="Inter"/>
              <a:cs typeface="Inter"/>
              <a:sym typeface="Inter"/>
            </a:endParaRPr>
          </a:p>
          <a:p>
            <a:pPr marL="457200" marR="0" lvl="0" indent="-311150" algn="l" rtl="0">
              <a:lnSpc>
                <a:spcPct val="115000"/>
              </a:lnSpc>
              <a:spcBef>
                <a:spcPts val="600"/>
              </a:spcBef>
              <a:spcAft>
                <a:spcPts val="0"/>
              </a:spcAft>
              <a:buClr>
                <a:srgbClr val="434343"/>
              </a:buClr>
              <a:buSzPts val="1300"/>
              <a:buFont typeface="Inter"/>
              <a:buChar char="●"/>
            </a:pPr>
            <a:endParaRPr lang="en-US" sz="1300" dirty="0">
              <a:solidFill>
                <a:srgbClr val="434343"/>
              </a:solidFill>
              <a:latin typeface="Inter"/>
              <a:ea typeface="Inter"/>
              <a:cs typeface="Inter"/>
              <a:sym typeface="Inter"/>
            </a:endParaRPr>
          </a:p>
        </p:txBody>
      </p:sp>
    </p:spTree>
    <p:extLst>
      <p:ext uri="{BB962C8B-B14F-4D97-AF65-F5344CB8AC3E}">
        <p14:creationId xmlns:p14="http://schemas.microsoft.com/office/powerpoint/2010/main" val="1383312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Notetaker</a:t>
            </a:r>
          </a:p>
        </p:txBody>
      </p:sp>
      <p:sp>
        <p:nvSpPr>
          <p:cNvPr id="3" name="Text Placeholder 2">
            <a:extLst>
              <a:ext uri="{FF2B5EF4-FFF2-40B4-BE49-F238E27FC236}">
                <a16:creationId xmlns:a16="http://schemas.microsoft.com/office/drawing/2014/main" id="{DA4A6F5D-9442-B583-BAB9-5A102B90EC22}"/>
              </a:ext>
            </a:extLst>
          </p:cNvPr>
          <p:cNvSpPr>
            <a:spLocks noGrp="1"/>
          </p:cNvSpPr>
          <p:nvPr>
            <p:ph type="body" idx="1"/>
          </p:nvPr>
        </p:nvSpPr>
        <p:spPr/>
        <p:txBody>
          <a:bodyPr/>
          <a:lstStyle/>
          <a:p>
            <a:r>
              <a:rPr lang="en-US" dirty="0"/>
              <a:t>We need a volunteer for notetaking.</a:t>
            </a:r>
          </a:p>
          <a:p>
            <a:r>
              <a:rPr lang="en-US" dirty="0">
                <a:hlinkClick r:id="rId3"/>
              </a:rPr>
              <a:t>https://notes.ietf.org/notes-ietf-125-bmwg-ippm </a:t>
            </a:r>
            <a:endParaRPr lang="en-US" dirty="0"/>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spTree>
    <p:extLst>
      <p:ext uri="{BB962C8B-B14F-4D97-AF65-F5344CB8AC3E}">
        <p14:creationId xmlns:p14="http://schemas.microsoft.com/office/powerpoint/2010/main" val="3471097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Agenda – Working Group Documents</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dirty="0"/>
          </a:p>
        </p:txBody>
      </p:sp>
      <p:pic>
        <p:nvPicPr>
          <p:cNvPr id="5" name="Picture 4">
            <a:extLst>
              <a:ext uri="{FF2B5EF4-FFF2-40B4-BE49-F238E27FC236}">
                <a16:creationId xmlns:a16="http://schemas.microsoft.com/office/drawing/2014/main" id="{7D9875EA-960F-77FB-E964-5AC1532E0964}"/>
              </a:ext>
            </a:extLst>
          </p:cNvPr>
          <p:cNvPicPr>
            <a:picLocks noChangeAspect="1"/>
          </p:cNvPicPr>
          <p:nvPr/>
        </p:nvPicPr>
        <p:blipFill>
          <a:blip r:embed="rId2"/>
          <a:stretch>
            <a:fillRect/>
          </a:stretch>
        </p:blipFill>
        <p:spPr>
          <a:xfrm>
            <a:off x="471901" y="1793818"/>
            <a:ext cx="4808438" cy="3142915"/>
          </a:xfrm>
          <a:prstGeom prst="rect">
            <a:avLst/>
          </a:prstGeom>
        </p:spPr>
      </p:pic>
    </p:spTree>
    <p:extLst>
      <p:ext uri="{BB962C8B-B14F-4D97-AF65-F5344CB8AC3E}">
        <p14:creationId xmlns:p14="http://schemas.microsoft.com/office/powerpoint/2010/main" val="2332748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Agenda – Proposed Work</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94000" y="4724798"/>
            <a:ext cx="378241" cy="335251"/>
          </a:xfrm>
        </p:spPr>
        <p:txBody>
          <a:bodyPr/>
          <a:lstStyle/>
          <a:p>
            <a:pPr marL="0" lvl="0" indent="0" algn="r" rtl="0">
              <a:spcBef>
                <a:spcPts val="0"/>
              </a:spcBef>
              <a:spcAft>
                <a:spcPts val="0"/>
              </a:spcAft>
              <a:buNone/>
            </a:pPr>
            <a:fld id="{00000000-1234-1234-1234-123412341234}" type="slidenum">
              <a:rPr lang="en-US" smtClean="0"/>
              <a:t>10</a:t>
            </a:fld>
            <a:endParaRPr lang="en-US" dirty="0"/>
          </a:p>
        </p:txBody>
      </p:sp>
      <p:pic>
        <p:nvPicPr>
          <p:cNvPr id="6" name="Picture 5">
            <a:extLst>
              <a:ext uri="{FF2B5EF4-FFF2-40B4-BE49-F238E27FC236}">
                <a16:creationId xmlns:a16="http://schemas.microsoft.com/office/drawing/2014/main" id="{6C42BB47-46B8-24B3-E7FC-8D01301DFE79}"/>
              </a:ext>
            </a:extLst>
          </p:cNvPr>
          <p:cNvPicPr>
            <a:picLocks noChangeAspect="1"/>
          </p:cNvPicPr>
          <p:nvPr/>
        </p:nvPicPr>
        <p:blipFill>
          <a:blip r:embed="rId3"/>
          <a:stretch>
            <a:fillRect/>
          </a:stretch>
        </p:blipFill>
        <p:spPr>
          <a:xfrm>
            <a:off x="471900" y="1882967"/>
            <a:ext cx="6022941" cy="2959489"/>
          </a:xfrm>
          <a:prstGeom prst="rect">
            <a:avLst/>
          </a:prstGeom>
        </p:spPr>
      </p:pic>
    </p:spTree>
    <p:extLst>
      <p:ext uri="{BB962C8B-B14F-4D97-AF65-F5344CB8AC3E}">
        <p14:creationId xmlns:p14="http://schemas.microsoft.com/office/powerpoint/2010/main" val="703495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de-CH" dirty="0"/>
              <a:t>Joint Session Feedback</a:t>
            </a:r>
            <a:endParaRPr lang="en-US" dirty="0"/>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40000" y="4724798"/>
            <a:ext cx="432241" cy="335251"/>
          </a:xfrm>
        </p:spPr>
        <p:txBody>
          <a:bodyPr/>
          <a:lstStyle/>
          <a:p>
            <a:pPr marL="0" lvl="0" indent="0" algn="r" rtl="0">
              <a:spcBef>
                <a:spcPts val="0"/>
              </a:spcBef>
              <a:spcAft>
                <a:spcPts val="0"/>
              </a:spcAft>
              <a:buNone/>
            </a:pPr>
            <a:fld id="{00000000-1234-1234-1234-123412341234}" type="slidenum">
              <a:rPr lang="en-US" smtClean="0"/>
              <a:t>11</a:t>
            </a:fld>
            <a:endParaRPr lang="en-US" dirty="0"/>
          </a:p>
        </p:txBody>
      </p:sp>
      <p:pic>
        <p:nvPicPr>
          <p:cNvPr id="6" name="Picture 5">
            <a:extLst>
              <a:ext uri="{FF2B5EF4-FFF2-40B4-BE49-F238E27FC236}">
                <a16:creationId xmlns:a16="http://schemas.microsoft.com/office/drawing/2014/main" id="{85C6D280-0516-F8D3-85BF-7CA106FAF3CA}"/>
              </a:ext>
            </a:extLst>
          </p:cNvPr>
          <p:cNvPicPr>
            <a:picLocks noChangeAspect="1"/>
          </p:cNvPicPr>
          <p:nvPr/>
        </p:nvPicPr>
        <p:blipFill>
          <a:blip r:embed="rId3"/>
          <a:stretch>
            <a:fillRect/>
          </a:stretch>
        </p:blipFill>
        <p:spPr>
          <a:xfrm>
            <a:off x="485462" y="1902581"/>
            <a:ext cx="8154538" cy="981212"/>
          </a:xfrm>
          <a:prstGeom prst="rect">
            <a:avLst/>
          </a:prstGeom>
        </p:spPr>
      </p:pic>
      <p:sp>
        <p:nvSpPr>
          <p:cNvPr id="3" name="Google Shape;114;p21">
            <a:extLst>
              <a:ext uri="{FF2B5EF4-FFF2-40B4-BE49-F238E27FC236}">
                <a16:creationId xmlns:a16="http://schemas.microsoft.com/office/drawing/2014/main" id="{24D281E7-F8E0-9C4E-FACE-B48E30DA03D5}"/>
              </a:ext>
            </a:extLst>
          </p:cNvPr>
          <p:cNvSpPr txBox="1">
            <a:spLocks/>
          </p:cNvSpPr>
          <p:nvPr/>
        </p:nvSpPr>
        <p:spPr>
          <a:xfrm>
            <a:off x="309093" y="2962141"/>
            <a:ext cx="8330907" cy="14948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pPr marL="146050" indent="0">
              <a:spcBef>
                <a:spcPts val="600"/>
              </a:spcBef>
              <a:buClr>
                <a:srgbClr val="434343"/>
              </a:buClr>
              <a:buSzPts val="1300"/>
              <a:buNone/>
            </a:pPr>
            <a:r>
              <a:rPr lang="en-US" sz="1300" dirty="0">
                <a:solidFill>
                  <a:srgbClr val="434343"/>
                </a:solidFill>
                <a:latin typeface="Inter"/>
                <a:ea typeface="Inter"/>
                <a:cs typeface="Inter"/>
                <a:sym typeface="Inter"/>
              </a:rPr>
              <a:t>We will raise the following questions to gather your feedback to help with the session planning and understanding the usefulness of the joint sessions.</a:t>
            </a:r>
          </a:p>
          <a:p>
            <a:pPr lvl="1" indent="-311150">
              <a:spcBef>
                <a:spcPts val="1800"/>
              </a:spcBef>
              <a:buClr>
                <a:srgbClr val="434343"/>
              </a:buClr>
              <a:buSzPts val="1300"/>
              <a:buFont typeface="Inter"/>
              <a:buChar char="●"/>
            </a:pPr>
            <a:r>
              <a:rPr lang="en-US" sz="1300" dirty="0">
                <a:solidFill>
                  <a:srgbClr val="434343"/>
                </a:solidFill>
                <a:latin typeface="Inter"/>
                <a:ea typeface="Inter"/>
                <a:cs typeface="Inter"/>
                <a:sym typeface="Inter"/>
              </a:rPr>
              <a:t>Was there enough time for discussions?</a:t>
            </a:r>
          </a:p>
          <a:p>
            <a:pPr lvl="1" indent="-311150">
              <a:spcBef>
                <a:spcPts val="600"/>
              </a:spcBef>
              <a:buClr>
                <a:srgbClr val="434343"/>
              </a:buClr>
              <a:buSzPts val="1300"/>
              <a:buFont typeface="Inter"/>
              <a:buChar char="●"/>
            </a:pPr>
            <a:r>
              <a:rPr lang="en-US" sz="1300" dirty="0">
                <a:solidFill>
                  <a:srgbClr val="434343"/>
                </a:solidFill>
                <a:latin typeface="Inter"/>
                <a:ea typeface="Inter"/>
                <a:cs typeface="Inter"/>
                <a:sym typeface="Inter"/>
              </a:rPr>
              <a:t>For your interested topics, was the time well spent?</a:t>
            </a:r>
          </a:p>
          <a:p>
            <a:pPr lvl="1" indent="-311150">
              <a:spcBef>
                <a:spcPts val="600"/>
              </a:spcBef>
              <a:buClr>
                <a:srgbClr val="434343"/>
              </a:buClr>
              <a:buSzPts val="1300"/>
              <a:buFont typeface="Inter"/>
              <a:buChar char="●"/>
            </a:pPr>
            <a:r>
              <a:rPr lang="en-US" sz="1300" dirty="0">
                <a:solidFill>
                  <a:srgbClr val="434343"/>
                </a:solidFill>
                <a:latin typeface="Inter"/>
                <a:ea typeface="Inter"/>
                <a:cs typeface="Inter"/>
                <a:sym typeface="Inter"/>
              </a:rPr>
              <a:t>Should we allocate more time to proposed work?</a:t>
            </a:r>
          </a:p>
          <a:p>
            <a:pPr lvl="1" indent="-311150">
              <a:spcBef>
                <a:spcPts val="600"/>
              </a:spcBef>
              <a:buClr>
                <a:srgbClr val="434343"/>
              </a:buClr>
              <a:buSzPts val="1300"/>
              <a:buFont typeface="Inter"/>
              <a:buChar char="●"/>
            </a:pPr>
            <a:r>
              <a:rPr lang="en-US" sz="1300" dirty="0">
                <a:solidFill>
                  <a:srgbClr val="434343"/>
                </a:solidFill>
                <a:latin typeface="Inter"/>
                <a:ea typeface="Inter"/>
                <a:cs typeface="Inter"/>
                <a:sym typeface="Inter"/>
              </a:rPr>
              <a:t>Did you cross review one or more documents?</a:t>
            </a:r>
          </a:p>
        </p:txBody>
      </p:sp>
    </p:spTree>
    <p:extLst>
      <p:ext uri="{BB962C8B-B14F-4D97-AF65-F5344CB8AC3E}">
        <p14:creationId xmlns:p14="http://schemas.microsoft.com/office/powerpoint/2010/main" val="1859012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76EED-4373-6DF0-EF49-568D844F1D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62407B-9037-8811-E9B5-967FF3CC1850}"/>
              </a:ext>
            </a:extLst>
          </p:cNvPr>
          <p:cNvSpPr>
            <a:spLocks noGrp="1"/>
          </p:cNvSpPr>
          <p:nvPr>
            <p:ph type="title"/>
          </p:nvPr>
        </p:nvSpPr>
        <p:spPr>
          <a:xfrm>
            <a:off x="471899" y="218223"/>
            <a:ext cx="8395009" cy="1288203"/>
          </a:xfrm>
        </p:spPr>
        <p:txBody>
          <a:bodyPr anchor="ctr"/>
          <a:lstStyle/>
          <a:p>
            <a:r>
              <a:rPr lang="en-US" sz="3200" dirty="0"/>
              <a:t>draft-song-</a:t>
            </a:r>
            <a:r>
              <a:rPr lang="en-US" sz="3200" dirty="0" err="1"/>
              <a:t>mpls</a:t>
            </a:r>
            <a:r>
              <a:rPr lang="en-US" sz="3200" dirty="0"/>
              <a:t>-on-path-telemetry-flag</a:t>
            </a:r>
            <a:br>
              <a:rPr lang="en-US" sz="3200" dirty="0"/>
            </a:br>
            <a:r>
              <a:rPr lang="en-US" sz="3200" dirty="0"/>
              <a:t>MPLS/IPPM/BMWG Joint Adoption Call</a:t>
            </a:r>
          </a:p>
        </p:txBody>
      </p:sp>
      <p:sp>
        <p:nvSpPr>
          <p:cNvPr id="4" name="Slide Number Placeholder 3">
            <a:extLst>
              <a:ext uri="{FF2B5EF4-FFF2-40B4-BE49-F238E27FC236}">
                <a16:creationId xmlns:a16="http://schemas.microsoft.com/office/drawing/2014/main" id="{CC88A8A6-2627-79D2-86D1-FCA08C0795B3}"/>
              </a:ext>
            </a:extLst>
          </p:cNvPr>
          <p:cNvSpPr>
            <a:spLocks noGrp="1"/>
          </p:cNvSpPr>
          <p:nvPr>
            <p:ph type="sldNum" idx="12"/>
          </p:nvPr>
        </p:nvSpPr>
        <p:spPr>
          <a:xfrm>
            <a:off x="8694000" y="4724798"/>
            <a:ext cx="378241" cy="335251"/>
          </a:xfrm>
        </p:spPr>
        <p:txBody>
          <a:bodyPr/>
          <a:lstStyle/>
          <a:p>
            <a:pPr marL="0" lvl="0" indent="0" algn="r" rtl="0">
              <a:spcBef>
                <a:spcPts val="0"/>
              </a:spcBef>
              <a:spcAft>
                <a:spcPts val="0"/>
              </a:spcAft>
              <a:buNone/>
            </a:pPr>
            <a:fld id="{00000000-1234-1234-1234-123412341234}" type="slidenum">
              <a:rPr lang="en-US" smtClean="0"/>
              <a:t>12</a:t>
            </a:fld>
            <a:endParaRPr lang="en-US" dirty="0"/>
          </a:p>
        </p:txBody>
      </p:sp>
      <p:sp>
        <p:nvSpPr>
          <p:cNvPr id="6" name="Text Placeholder 5">
            <a:extLst>
              <a:ext uri="{FF2B5EF4-FFF2-40B4-BE49-F238E27FC236}">
                <a16:creationId xmlns:a16="http://schemas.microsoft.com/office/drawing/2014/main" id="{76D2EA37-6A9F-D652-D6D0-0DCBD6441296}"/>
              </a:ext>
            </a:extLst>
          </p:cNvPr>
          <p:cNvSpPr>
            <a:spLocks noGrp="1"/>
          </p:cNvSpPr>
          <p:nvPr>
            <p:ph type="body" idx="1"/>
          </p:nvPr>
        </p:nvSpPr>
        <p:spPr>
          <a:xfrm>
            <a:off x="471900" y="4011769"/>
            <a:ext cx="7223227" cy="802129"/>
          </a:xfrm>
        </p:spPr>
        <p:txBody>
          <a:bodyPr/>
          <a:lstStyle/>
          <a:p>
            <a:pPr marL="114300" indent="0">
              <a:buNone/>
            </a:pPr>
            <a:r>
              <a:rPr lang="en-US" sz="1400" dirty="0"/>
              <a:t>We need feedback from the IPPM and BMWG community.</a:t>
            </a:r>
          </a:p>
          <a:p>
            <a:pPr marL="114300" indent="0">
              <a:buNone/>
            </a:pPr>
            <a:r>
              <a:rPr lang="en-US" sz="1400" dirty="0"/>
              <a:t>Please review the document and comment on the adoption call:</a:t>
            </a:r>
          </a:p>
          <a:p>
            <a:pPr marL="114300" indent="0">
              <a:buNone/>
            </a:pPr>
            <a:r>
              <a:rPr lang="en-US" sz="1400" dirty="0">
                <a:hlinkClick r:id="rId3"/>
              </a:rPr>
              <a:t>https://mailarchive.ietf.org/arch/msg/ippm/EhSNZ0ndecsyflNhu31ing8ijzA/</a:t>
            </a:r>
            <a:endParaRPr lang="en-US" sz="1400" dirty="0"/>
          </a:p>
        </p:txBody>
      </p:sp>
      <p:pic>
        <p:nvPicPr>
          <p:cNvPr id="5" name="Picture 4">
            <a:extLst>
              <a:ext uri="{FF2B5EF4-FFF2-40B4-BE49-F238E27FC236}">
                <a16:creationId xmlns:a16="http://schemas.microsoft.com/office/drawing/2014/main" id="{74860F62-55C1-B405-CE9E-8841E36880C9}"/>
              </a:ext>
            </a:extLst>
          </p:cNvPr>
          <p:cNvPicPr>
            <a:picLocks noChangeAspect="1"/>
          </p:cNvPicPr>
          <p:nvPr/>
        </p:nvPicPr>
        <p:blipFill>
          <a:blip r:embed="rId4"/>
          <a:stretch>
            <a:fillRect/>
          </a:stretch>
        </p:blipFill>
        <p:spPr>
          <a:xfrm>
            <a:off x="661788" y="1941304"/>
            <a:ext cx="6130354" cy="1986751"/>
          </a:xfrm>
          <a:prstGeom prst="rect">
            <a:avLst/>
          </a:prstGeom>
        </p:spPr>
      </p:pic>
    </p:spTree>
    <p:extLst>
      <p:ext uri="{BB962C8B-B14F-4D97-AF65-F5344CB8AC3E}">
        <p14:creationId xmlns:p14="http://schemas.microsoft.com/office/powerpoint/2010/main" val="1104703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a:xfrm>
            <a:off x="471899" y="218223"/>
            <a:ext cx="8395009" cy="1288203"/>
          </a:xfrm>
        </p:spPr>
        <p:txBody>
          <a:bodyPr anchor="ctr"/>
          <a:lstStyle/>
          <a:p>
            <a:r>
              <a:rPr lang="en-US" sz="3200" dirty="0"/>
              <a:t>BMWG Document Updates Since IETF 124</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94000" y="4724798"/>
            <a:ext cx="378241" cy="335251"/>
          </a:xfrm>
        </p:spPr>
        <p:txBody>
          <a:bodyPr/>
          <a:lstStyle/>
          <a:p>
            <a:pPr marL="0" lvl="0" indent="0" algn="r" rtl="0">
              <a:spcBef>
                <a:spcPts val="0"/>
              </a:spcBef>
              <a:spcAft>
                <a:spcPts val="0"/>
              </a:spcAft>
              <a:buNone/>
            </a:pPr>
            <a:fld id="{00000000-1234-1234-1234-123412341234}" type="slidenum">
              <a:rPr lang="en-US" smtClean="0"/>
              <a:t>13</a:t>
            </a:fld>
            <a:endParaRPr lang="en-US" dirty="0"/>
          </a:p>
        </p:txBody>
      </p:sp>
      <p:sp>
        <p:nvSpPr>
          <p:cNvPr id="3" name="Text Placeholder 2">
            <a:extLst>
              <a:ext uri="{FF2B5EF4-FFF2-40B4-BE49-F238E27FC236}">
                <a16:creationId xmlns:a16="http://schemas.microsoft.com/office/drawing/2014/main" id="{FED4E835-D652-159B-D0CD-7FC58A509645}"/>
              </a:ext>
            </a:extLst>
          </p:cNvPr>
          <p:cNvSpPr>
            <a:spLocks noGrp="1"/>
          </p:cNvSpPr>
          <p:nvPr>
            <p:ph type="body" idx="1"/>
          </p:nvPr>
        </p:nvSpPr>
        <p:spPr>
          <a:xfrm>
            <a:off x="471900" y="1919074"/>
            <a:ext cx="8395008" cy="2710201"/>
          </a:xfrm>
        </p:spPr>
        <p:txBody>
          <a:bodyPr/>
          <a:lstStyle/>
          <a:p>
            <a:pPr>
              <a:spcBef>
                <a:spcPts val="1200"/>
              </a:spcBef>
            </a:pPr>
            <a:r>
              <a:rPr lang="de-CH" sz="1400" b="1" dirty="0">
                <a:hlinkClick r:id="rId3"/>
              </a:rPr>
              <a:t>draft-ietf-bmwg-mlrsearch</a:t>
            </a:r>
            <a:r>
              <a:rPr lang="de-CH" sz="1400" b="1" dirty="0"/>
              <a:t> </a:t>
            </a:r>
            <a:r>
              <a:rPr lang="en-US" sz="1400" dirty="0"/>
              <a:t>in RFC Ed Queue</a:t>
            </a:r>
            <a:endParaRPr lang="de-CH" sz="1200" dirty="0"/>
          </a:p>
          <a:p>
            <a:pPr>
              <a:spcBef>
                <a:spcPts val="1200"/>
              </a:spcBef>
            </a:pPr>
            <a:r>
              <a:rPr lang="de-CH" sz="1400" b="1" dirty="0">
                <a:hlinkClick r:id="rId4"/>
              </a:rPr>
              <a:t>draft-ietf-bmwg-network-tester-cfg</a:t>
            </a:r>
            <a:r>
              <a:rPr lang="de-CH" sz="1400" dirty="0"/>
              <a:t> passed WGLC</a:t>
            </a:r>
          </a:p>
          <a:p>
            <a:pPr lvl="1">
              <a:spcBef>
                <a:spcPts val="1200"/>
              </a:spcBef>
            </a:pPr>
            <a:r>
              <a:rPr lang="de-CH" sz="1200" dirty="0"/>
              <a:t>New revision in preparation to address the Yangdoctors review</a:t>
            </a:r>
          </a:p>
          <a:p>
            <a:pPr>
              <a:spcBef>
                <a:spcPts val="1200"/>
              </a:spcBef>
            </a:pPr>
            <a:r>
              <a:rPr lang="de-CH" sz="1400" b="1" dirty="0">
                <a:hlinkClick r:id="rId5"/>
              </a:rPr>
              <a:t>draft-ietf-bmwg-sr-bench-meth</a:t>
            </a:r>
            <a:r>
              <a:rPr lang="de-CH" sz="1400" dirty="0"/>
              <a:t> passed WGLC</a:t>
            </a:r>
          </a:p>
          <a:p>
            <a:pPr>
              <a:spcBef>
                <a:spcPts val="1200"/>
              </a:spcBef>
            </a:pPr>
            <a:r>
              <a:rPr lang="de-CH" sz="1400" b="1" dirty="0">
                <a:hlinkClick r:id="rId6"/>
              </a:rPr>
              <a:t>draft-ietf-bmwg-savnet-sav-benchmarking</a:t>
            </a:r>
            <a:r>
              <a:rPr lang="de-CH" sz="1400" dirty="0"/>
              <a:t> and </a:t>
            </a:r>
            <a:r>
              <a:rPr lang="de-CH" sz="1400" b="1" dirty="0">
                <a:hlinkClick r:id="rId7"/>
              </a:rPr>
              <a:t>draft-ietf-bmwg-powerbench</a:t>
            </a:r>
            <a:r>
              <a:rPr lang="de-CH" sz="1400" dirty="0"/>
              <a:t> adopted</a:t>
            </a:r>
          </a:p>
          <a:p>
            <a:pPr>
              <a:spcBef>
                <a:spcPts val="1200"/>
              </a:spcBef>
            </a:pPr>
            <a:r>
              <a:rPr lang="de-CH" sz="1400" dirty="0"/>
              <a:t>To resume the discussion for revisiting BMWG RFCs in order to update RFC 2544</a:t>
            </a:r>
          </a:p>
          <a:p>
            <a:pPr>
              <a:spcBef>
                <a:spcPts val="1200"/>
              </a:spcBef>
            </a:pPr>
            <a:r>
              <a:rPr lang="en-US" sz="1400" dirty="0"/>
              <a:t>Rechartering to include new work on AI (either for a joint future with IPPM or separately)</a:t>
            </a:r>
          </a:p>
          <a:p>
            <a:endParaRPr lang="en-US" sz="1400" dirty="0"/>
          </a:p>
        </p:txBody>
      </p:sp>
    </p:spTree>
    <p:extLst>
      <p:ext uri="{BB962C8B-B14F-4D97-AF65-F5344CB8AC3E}">
        <p14:creationId xmlns:p14="http://schemas.microsoft.com/office/powerpoint/2010/main" val="1372742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a:xfrm>
            <a:off x="471899" y="218223"/>
            <a:ext cx="8395009" cy="1288203"/>
          </a:xfrm>
        </p:spPr>
        <p:txBody>
          <a:bodyPr anchor="ctr"/>
          <a:lstStyle/>
          <a:p>
            <a:r>
              <a:rPr lang="en-US" sz="3200" dirty="0"/>
              <a:t>draft-</a:t>
            </a:r>
            <a:r>
              <a:rPr lang="en-US" sz="3200" dirty="0" err="1"/>
              <a:t>ietf</a:t>
            </a:r>
            <a:r>
              <a:rPr lang="en-US" sz="3200" dirty="0"/>
              <a:t>-bmwg-</a:t>
            </a:r>
            <a:r>
              <a:rPr lang="en-US" sz="3200" dirty="0" err="1"/>
              <a:t>sr</a:t>
            </a:r>
            <a:r>
              <a:rPr lang="en-US" sz="3200" dirty="0"/>
              <a:t>-bench-meth: Recap</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94000" y="4724798"/>
            <a:ext cx="378241" cy="335251"/>
          </a:xfrm>
        </p:spPr>
        <p:txBody>
          <a:bodyPr/>
          <a:lstStyle/>
          <a:p>
            <a:pPr marL="0" lvl="0" indent="0" algn="r" rtl="0">
              <a:spcBef>
                <a:spcPts val="0"/>
              </a:spcBef>
              <a:spcAft>
                <a:spcPts val="0"/>
              </a:spcAft>
              <a:buNone/>
            </a:pPr>
            <a:fld id="{00000000-1234-1234-1234-123412341234}" type="slidenum">
              <a:rPr lang="en-US" smtClean="0"/>
              <a:t>14</a:t>
            </a:fld>
            <a:endParaRPr lang="en-US" dirty="0"/>
          </a:p>
        </p:txBody>
      </p:sp>
      <p:sp>
        <p:nvSpPr>
          <p:cNvPr id="6" name="Text Placeholder 5">
            <a:extLst>
              <a:ext uri="{FF2B5EF4-FFF2-40B4-BE49-F238E27FC236}">
                <a16:creationId xmlns:a16="http://schemas.microsoft.com/office/drawing/2014/main" id="{9B63D804-4B5F-4907-8FDB-DA07AF740353}"/>
              </a:ext>
            </a:extLst>
          </p:cNvPr>
          <p:cNvSpPr>
            <a:spLocks noGrp="1"/>
          </p:cNvSpPr>
          <p:nvPr>
            <p:ph type="body" idx="1"/>
          </p:nvPr>
        </p:nvSpPr>
        <p:spPr>
          <a:xfrm>
            <a:off x="471900" y="1807696"/>
            <a:ext cx="8222100" cy="3006203"/>
          </a:xfrm>
        </p:spPr>
        <p:txBody>
          <a:bodyPr/>
          <a:lstStyle/>
          <a:p>
            <a:r>
              <a:rPr lang="en-US" dirty="0"/>
              <a:t>WGLC issued, cross posted to IPPM, SPRING, SRv6OPS.</a:t>
            </a:r>
          </a:p>
          <a:p>
            <a:pPr lvl="1"/>
            <a:r>
              <a:rPr lang="en-US" sz="1600" dirty="0"/>
              <a:t>Overall good support from BMWG.</a:t>
            </a:r>
          </a:p>
          <a:p>
            <a:pPr lvl="1"/>
            <a:r>
              <a:rPr lang="en-US" sz="1600" dirty="0"/>
              <a:t>Comments will be incorporated just after IETF 125:</a:t>
            </a:r>
          </a:p>
          <a:p>
            <a:pPr lvl="2"/>
            <a:r>
              <a:rPr lang="en-US" sz="1400" dirty="0"/>
              <a:t>Section 4.3 (Frame Formats and Sizes): Reword to clarify that “Fragmentation of IPv4 packet” is “out of scope”.</a:t>
            </a:r>
          </a:p>
          <a:p>
            <a:pPr lvl="2"/>
            <a:r>
              <a:rPr lang="en-US" sz="1400" dirty="0"/>
              <a:t>Section 4.4 (Protocol Addresses): add an explicit MUST-report item in Section 5 (Reporting Format) indicating which fields are used as the hashing keys for ECMP and how traffic streams are randomized.</a:t>
            </a:r>
          </a:p>
          <a:p>
            <a:pPr lvl="2"/>
            <a:r>
              <a:rPr lang="en-US" sz="1400" dirty="0"/>
              <a:t>Section 4.5 (Trial Duration): Remove duplicated text around hold-time considerations.</a:t>
            </a:r>
            <a:endParaRPr lang="en-US" sz="1600" dirty="0"/>
          </a:p>
          <a:p>
            <a:pPr lvl="1"/>
            <a:r>
              <a:rPr lang="en-US" sz="1600" dirty="0"/>
              <a:t>Thanks to all who supported the work!</a:t>
            </a:r>
          </a:p>
          <a:p>
            <a:endParaRPr lang="en-US" dirty="0"/>
          </a:p>
        </p:txBody>
      </p:sp>
    </p:spTree>
    <p:extLst>
      <p:ext uri="{BB962C8B-B14F-4D97-AF65-F5344CB8AC3E}">
        <p14:creationId xmlns:p14="http://schemas.microsoft.com/office/powerpoint/2010/main" val="915069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sz="3200" dirty="0"/>
              <a:t>IPPM Document Updates Since IETF 124</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94000" y="4724798"/>
            <a:ext cx="378241" cy="335251"/>
          </a:xfrm>
        </p:spPr>
        <p:txBody>
          <a:bodyPr/>
          <a:lstStyle/>
          <a:p>
            <a:pPr marL="0" lvl="0" indent="0" algn="r" rtl="0">
              <a:spcBef>
                <a:spcPts val="0"/>
              </a:spcBef>
              <a:spcAft>
                <a:spcPts val="0"/>
              </a:spcAft>
              <a:buNone/>
            </a:pPr>
            <a:fld id="{00000000-1234-1234-1234-123412341234}" type="slidenum">
              <a:rPr lang="en-US" smtClean="0"/>
              <a:t>15</a:t>
            </a:fld>
            <a:endParaRPr lang="en-US" dirty="0"/>
          </a:p>
        </p:txBody>
      </p:sp>
      <p:sp>
        <p:nvSpPr>
          <p:cNvPr id="3" name="Text Placeholder 2">
            <a:extLst>
              <a:ext uri="{FF2B5EF4-FFF2-40B4-BE49-F238E27FC236}">
                <a16:creationId xmlns:a16="http://schemas.microsoft.com/office/drawing/2014/main" id="{FED4E835-D652-159B-D0CD-7FC58A509645}"/>
              </a:ext>
            </a:extLst>
          </p:cNvPr>
          <p:cNvSpPr>
            <a:spLocks noGrp="1"/>
          </p:cNvSpPr>
          <p:nvPr>
            <p:ph type="body" idx="1"/>
          </p:nvPr>
        </p:nvSpPr>
        <p:spPr>
          <a:xfrm>
            <a:off x="471899" y="1919074"/>
            <a:ext cx="8505845" cy="2710201"/>
          </a:xfrm>
        </p:spPr>
        <p:txBody>
          <a:bodyPr/>
          <a:lstStyle/>
          <a:p>
            <a:pPr>
              <a:spcBef>
                <a:spcPts val="1200"/>
              </a:spcBef>
            </a:pPr>
            <a:r>
              <a:rPr lang="en-US" sz="1400" dirty="0">
                <a:hlinkClick r:id="rId3"/>
              </a:rPr>
              <a:t>draft-</a:t>
            </a:r>
            <a:r>
              <a:rPr lang="en-US" sz="1400" dirty="0" err="1">
                <a:hlinkClick r:id="rId3"/>
              </a:rPr>
              <a:t>ietf</a:t>
            </a:r>
            <a:r>
              <a:rPr lang="en-US" sz="1400" dirty="0">
                <a:hlinkClick r:id="rId3"/>
              </a:rPr>
              <a:t>-ippm-asymmetrical-pkts</a:t>
            </a:r>
            <a:r>
              <a:rPr lang="en-US" sz="1400" dirty="0"/>
              <a:t> received IESG comments which were addressed in -13.</a:t>
            </a:r>
          </a:p>
          <a:p>
            <a:pPr>
              <a:spcBef>
                <a:spcPts val="1200"/>
              </a:spcBef>
            </a:pPr>
            <a:r>
              <a:rPr lang="en-US" sz="1400" dirty="0">
                <a:hlinkClick r:id="rId4"/>
              </a:rPr>
              <a:t>draft-ietf-ippm-qoo-07</a:t>
            </a:r>
            <a:r>
              <a:rPr lang="en-US" sz="1400" dirty="0"/>
              <a:t> received reviews from TSVART, ARTART, SECDIR and GENART. Authors are currently working on addressing the comments.</a:t>
            </a:r>
          </a:p>
          <a:p>
            <a:pPr>
              <a:spcBef>
                <a:spcPts val="1200"/>
              </a:spcBef>
            </a:pPr>
            <a:r>
              <a:rPr lang="en-US" sz="1400" dirty="0">
                <a:hlinkClick r:id="rId5"/>
              </a:rPr>
              <a:t>draft-ietf-ippm-ioam-integrity-yang-05</a:t>
            </a:r>
            <a:r>
              <a:rPr lang="en-US" sz="1400" dirty="0"/>
              <a:t> working group last call </a:t>
            </a:r>
            <a:r>
              <a:rPr lang="en-US" sz="1400" dirty="0">
                <a:hlinkClick r:id="rId6"/>
              </a:rPr>
              <a:t>currently running</a:t>
            </a:r>
            <a:r>
              <a:rPr lang="en-US" sz="1400" dirty="0"/>
              <a:t>. </a:t>
            </a:r>
            <a:r>
              <a:rPr lang="en-US" sz="1400" b="1" dirty="0"/>
              <a:t>We need more feedback from both working groups </a:t>
            </a:r>
            <a:r>
              <a:rPr lang="en-US" sz="1400" dirty="0"/>
              <a:t>and want to progress </a:t>
            </a:r>
            <a:r>
              <a:rPr lang="en-US" sz="1400" dirty="0">
                <a:hlinkClick r:id="rId7"/>
              </a:rPr>
              <a:t>draft-</a:t>
            </a:r>
            <a:r>
              <a:rPr lang="en-US" sz="1400" dirty="0" err="1">
                <a:hlinkClick r:id="rId7"/>
              </a:rPr>
              <a:t>ietf</a:t>
            </a:r>
            <a:r>
              <a:rPr lang="en-US" sz="1400" dirty="0">
                <a:hlinkClick r:id="rId7"/>
              </a:rPr>
              <a:t>-ippm-</a:t>
            </a:r>
            <a:r>
              <a:rPr lang="en-US" sz="1400" dirty="0" err="1">
                <a:hlinkClick r:id="rId7"/>
              </a:rPr>
              <a:t>ioam</a:t>
            </a:r>
            <a:r>
              <a:rPr lang="en-US" sz="1400" dirty="0">
                <a:hlinkClick r:id="rId7"/>
              </a:rPr>
              <a:t>-data-integrity</a:t>
            </a:r>
            <a:r>
              <a:rPr lang="en-US" sz="1400" dirty="0"/>
              <a:t> and </a:t>
            </a:r>
            <a:r>
              <a:rPr lang="en-US" sz="1400" dirty="0">
                <a:hlinkClick r:id="rId8"/>
              </a:rPr>
              <a:t>draft-</a:t>
            </a:r>
            <a:r>
              <a:rPr lang="en-US" sz="1400" dirty="0" err="1">
                <a:hlinkClick r:id="rId8"/>
              </a:rPr>
              <a:t>ietf</a:t>
            </a:r>
            <a:r>
              <a:rPr lang="en-US" sz="1400" dirty="0">
                <a:hlinkClick r:id="rId8"/>
              </a:rPr>
              <a:t>-ippm-</a:t>
            </a:r>
            <a:r>
              <a:rPr lang="en-US" sz="1400" dirty="0" err="1">
                <a:hlinkClick r:id="rId8"/>
              </a:rPr>
              <a:t>ioam</a:t>
            </a:r>
            <a:r>
              <a:rPr lang="en-US" sz="1400" dirty="0">
                <a:hlinkClick r:id="rId8"/>
              </a:rPr>
              <a:t>-integrity-yang</a:t>
            </a:r>
            <a:r>
              <a:rPr lang="en-US" sz="1400" dirty="0"/>
              <a:t> at the same time through IESG.</a:t>
            </a:r>
          </a:p>
          <a:p>
            <a:pPr>
              <a:spcBef>
                <a:spcPts val="1200"/>
              </a:spcBef>
            </a:pPr>
            <a:r>
              <a:rPr lang="en-US" sz="1400" dirty="0">
                <a:hlinkClick r:id="rId9"/>
              </a:rPr>
              <a:t>draft-ietf-ippm-encrypted-pdmv2</a:t>
            </a:r>
            <a:r>
              <a:rPr lang="en-US" sz="1400" dirty="0"/>
              <a:t> authors published -13 and intend to reach-out to the TSVART and GENART reviewers to clarify wherever the document update addressed their comments and request feedback from IPPM/BMWG/6MAN.</a:t>
            </a:r>
            <a:endParaRPr lang="en-US" dirty="0"/>
          </a:p>
        </p:txBody>
      </p:sp>
    </p:spTree>
    <p:extLst>
      <p:ext uri="{BB962C8B-B14F-4D97-AF65-F5344CB8AC3E}">
        <p14:creationId xmlns:p14="http://schemas.microsoft.com/office/powerpoint/2010/main" val="2128497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471900" y="218223"/>
            <a:ext cx="8222100" cy="12882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3600"/>
              <a:buFont typeface="Open Sans"/>
              <a:buNone/>
            </a:pPr>
            <a:r>
              <a:rPr lang="en-US" dirty="0"/>
              <a:t>Resources for </a:t>
            </a:r>
            <a:r>
              <a:rPr lang="en-US" sz="3600" b="0" i="0" u="none" strike="noStrike" cap="none" dirty="0">
                <a:solidFill>
                  <a:srgbClr val="FFFFFF"/>
                </a:solidFill>
                <a:latin typeface="Open Sans"/>
                <a:ea typeface="Open Sans"/>
                <a:cs typeface="Open Sans"/>
                <a:sym typeface="Open Sans"/>
              </a:rPr>
              <a:t>IETF </a:t>
            </a:r>
            <a:r>
              <a:rPr lang="en-US" dirty="0"/>
              <a:t>125 </a:t>
            </a:r>
            <a:r>
              <a:rPr lang="de-CH" dirty="0"/>
              <a:t>Shenzhen</a:t>
            </a:r>
            <a:endParaRPr dirty="0"/>
          </a:p>
          <a:p>
            <a:pPr marL="0" marR="0" lvl="0" indent="0" algn="l" rtl="0">
              <a:lnSpc>
                <a:spcPct val="100000"/>
              </a:lnSpc>
              <a:spcBef>
                <a:spcPts val="0"/>
              </a:spcBef>
              <a:spcAft>
                <a:spcPts val="0"/>
              </a:spcAft>
              <a:buClr>
                <a:srgbClr val="FFFFFF"/>
              </a:buClr>
              <a:buSzPts val="3600"/>
              <a:buFont typeface="Open Sans"/>
              <a:buNone/>
            </a:pPr>
            <a:endParaRPr sz="2400" dirty="0">
              <a:solidFill>
                <a:srgbClr val="FFFFFF"/>
              </a:solidFill>
            </a:endParaRPr>
          </a:p>
        </p:txBody>
      </p:sp>
      <p:sp>
        <p:nvSpPr>
          <p:cNvPr id="129" name="Google Shape;129;p23"/>
          <p:cNvSpPr txBox="1">
            <a:spLocks noGrp="1"/>
          </p:cNvSpPr>
          <p:nvPr>
            <p:ph type="body" idx="1"/>
          </p:nvPr>
        </p:nvSpPr>
        <p:spPr>
          <a:xfrm>
            <a:off x="471900" y="1919074"/>
            <a:ext cx="8222100" cy="2710200"/>
          </a:xfrm>
          <a:prstGeom prst="rect">
            <a:avLst/>
          </a:prstGeom>
          <a:noFill/>
          <a:ln>
            <a:noFill/>
          </a:ln>
        </p:spPr>
        <p:txBody>
          <a:bodyPr spcFirstLastPara="1" wrap="square" lIns="91400" tIns="91400" rIns="91400" bIns="91400" anchor="t" anchorCtr="0">
            <a:noAutofit/>
          </a:bodyPr>
          <a:lstStyle/>
          <a:p>
            <a:pPr marL="457200" marR="0" lvl="0" indent="-342900" algn="l" rtl="0">
              <a:lnSpc>
                <a:spcPct val="110000"/>
              </a:lnSpc>
              <a:spcBef>
                <a:spcPts val="300"/>
              </a:spcBef>
              <a:spcAft>
                <a:spcPts val="0"/>
              </a:spcAft>
              <a:buClr>
                <a:srgbClr val="000000"/>
              </a:buClr>
              <a:buSzPts val="1800"/>
              <a:buChar char="●"/>
            </a:pPr>
            <a:r>
              <a:rPr lang="en-US">
                <a:solidFill>
                  <a:srgbClr val="000000"/>
                </a:solidFill>
              </a:rPr>
              <a:t>Agenda</a:t>
            </a:r>
            <a:br>
              <a:rPr lang="en-US" b="1">
                <a:solidFill>
                  <a:srgbClr val="000000"/>
                </a:solidFill>
              </a:rPr>
            </a:br>
            <a:r>
              <a:rPr lang="en-US" u="sng">
                <a:solidFill>
                  <a:schemeClr val="hlink"/>
                </a:solidFill>
                <a:hlinkClick r:id="rId3"/>
              </a:rPr>
              <a:t>https://datatracker.ietf.org/meeting/agenda</a:t>
            </a:r>
            <a:r>
              <a:rPr lang="en-US">
                <a:solidFill>
                  <a:srgbClr val="000000"/>
                </a:solidFill>
              </a:rPr>
              <a:t> </a:t>
            </a:r>
            <a:endParaRPr>
              <a:solidFill>
                <a:srgbClr val="000000"/>
              </a:solidFill>
            </a:endParaRPr>
          </a:p>
          <a:p>
            <a:pPr marL="457200" marR="0" lvl="0" indent="-342900" algn="l" rtl="0">
              <a:lnSpc>
                <a:spcPct val="110000"/>
              </a:lnSpc>
              <a:spcBef>
                <a:spcPts val="0"/>
              </a:spcBef>
              <a:spcAft>
                <a:spcPts val="0"/>
              </a:spcAft>
              <a:buClr>
                <a:srgbClr val="000000"/>
              </a:buClr>
              <a:buSzPts val="1800"/>
              <a:buChar char="●"/>
            </a:pPr>
            <a:r>
              <a:rPr lang="en-US">
                <a:solidFill>
                  <a:srgbClr val="000000"/>
                </a:solidFill>
              </a:rPr>
              <a:t>Meetecho and other information:</a:t>
            </a:r>
            <a:br>
              <a:rPr lang="en-US">
                <a:solidFill>
                  <a:srgbClr val="000000"/>
                </a:solidFill>
              </a:rPr>
            </a:br>
            <a:r>
              <a:rPr lang="en-US" u="sng">
                <a:solidFill>
                  <a:schemeClr val="hlink"/>
                </a:solidFill>
                <a:hlinkClick r:id="rId4"/>
              </a:rPr>
              <a:t>https://www.ietf.org/how/meetings/preparation</a:t>
            </a:r>
            <a:r>
              <a:rPr lang="en-US">
                <a:solidFill>
                  <a:srgbClr val="000000"/>
                </a:solidFill>
              </a:rPr>
              <a:t> </a:t>
            </a:r>
            <a:endParaRPr>
              <a:solidFill>
                <a:srgbClr val="000000"/>
              </a:solidFill>
            </a:endParaRPr>
          </a:p>
          <a:p>
            <a:pPr marL="457200" marR="0" lvl="0" indent="-342900" algn="l" rtl="0">
              <a:lnSpc>
                <a:spcPct val="110000"/>
              </a:lnSpc>
              <a:spcBef>
                <a:spcPts val="0"/>
              </a:spcBef>
              <a:spcAft>
                <a:spcPts val="0"/>
              </a:spcAft>
              <a:buClr>
                <a:srgbClr val="000000"/>
              </a:buClr>
              <a:buSzPts val="1800"/>
              <a:buChar char="●"/>
            </a:pPr>
            <a:r>
              <a:rPr lang="en-US">
                <a:solidFill>
                  <a:srgbClr val="000000"/>
                </a:solidFill>
              </a:rPr>
              <a:t>If you need technical assistance, see the Reporting Issues page:</a:t>
            </a:r>
            <a:br>
              <a:rPr lang="en-US">
                <a:solidFill>
                  <a:srgbClr val="000000"/>
                </a:solidFill>
              </a:rPr>
            </a:br>
            <a:r>
              <a:rPr lang="en-US" u="sng">
                <a:solidFill>
                  <a:schemeClr val="hlink"/>
                </a:solidFill>
                <a:hlinkClick r:id="rId5"/>
              </a:rPr>
              <a:t>http://www.ietf.org/how/meetings/issues/</a:t>
            </a:r>
            <a:endParaRPr>
              <a:solidFill>
                <a:srgbClr val="000000"/>
              </a:solidFill>
            </a:endParaRPr>
          </a:p>
        </p:txBody>
      </p:sp>
      <p:sp>
        <p:nvSpPr>
          <p:cNvPr id="130" name="Google Shape;130;p23"/>
          <p:cNvSpPr txBox="1">
            <a:spLocks noGrp="1"/>
          </p:cNvSpPr>
          <p:nvPr>
            <p:ph type="sldNum" idx="12"/>
          </p:nvPr>
        </p:nvSpPr>
        <p:spPr>
          <a:xfrm>
            <a:off x="8694000" y="4724798"/>
            <a:ext cx="378328" cy="335400"/>
          </a:xfrm>
          <a:prstGeom prst="rect">
            <a:avLst/>
          </a:prstGeom>
          <a:noFill/>
          <a:ln>
            <a:noFill/>
          </a:ln>
        </p:spPr>
        <p:txBody>
          <a:bodyPr spcFirstLastPara="1" wrap="square" lIns="91400" tIns="91400" rIns="91400" bIns="91400" anchor="ctr" anchorCtr="0">
            <a:noAutofit/>
          </a:bodyPr>
          <a:lstStyle/>
          <a:p>
            <a:pPr marL="0" lvl="0" indent="0" algn="r" rtl="0">
              <a:spcBef>
                <a:spcPts val="0"/>
              </a:spcBef>
              <a:spcAft>
                <a:spcPts val="0"/>
              </a:spcAft>
              <a:buClr>
                <a:srgbClr val="737373"/>
              </a:buClr>
              <a:buSzPts val="1000"/>
              <a:buFont typeface="Roboto"/>
              <a:buNone/>
            </a:pPr>
            <a:fld id="{00000000-1234-1234-1234-123412341234}" type="slidenum">
              <a:rPr lang="en-US"/>
              <a:t>16</a:t>
            </a:fld>
            <a:endParaRPr dirty="0"/>
          </a:p>
        </p:txBody>
      </p:sp>
    </p:spTree>
  </p:cSld>
  <p:clrMapOvr>
    <a:masterClrMapping/>
  </p:clrMapOvr>
</p:sld>
</file>

<file path=ppt/theme/theme1.xml><?xml version="1.0" encoding="utf-8"?>
<a:theme xmlns:a="http://schemas.openxmlformats.org/drawingml/2006/main" name="Material">
  <a:themeElements>
    <a:clrScheme name="Material">
      <a:dk1>
        <a:srgbClr val="002D3C"/>
      </a:dk1>
      <a:lt1>
        <a:srgbClr val="4285F4"/>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aterial">
  <a:themeElements>
    <a:clrScheme name="Material">
      <a:dk1>
        <a:srgbClr val="000000"/>
      </a:dk1>
      <a:lt1>
        <a:srgbClr val="FFFFFF"/>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28792A905D4FBE4781303B372FFF56B7" ma:contentTypeVersion="18" ma:contentTypeDescription="Ein neues Dokument erstellen." ma:contentTypeScope="" ma:versionID="1bed101c48ab8d637c0f10f3a19033d6">
  <xsd:schema xmlns:xsd="http://www.w3.org/2001/XMLSchema" xmlns:xs="http://www.w3.org/2001/XMLSchema" xmlns:p="http://schemas.microsoft.com/office/2006/metadata/properties" xmlns:ns3="3e5e162a-5953-4fde-83b3-9639e6ab13bb" xmlns:ns4="266fa233-377d-43d6-82a1-e70154e55ff7" targetNamespace="http://schemas.microsoft.com/office/2006/metadata/properties" ma:root="true" ma:fieldsID="ad54ca06dfd6fdd081bd33575dcf7e57" ns3:_="" ns4:_="">
    <xsd:import namespace="3e5e162a-5953-4fde-83b3-9639e6ab13bb"/>
    <xsd:import namespace="266fa233-377d-43d6-82a1-e70154e55ff7"/>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5e162a-5953-4fde-83b3-9639e6ab13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66fa233-377d-43d6-82a1-e70154e55ff7" elementFormDefault="qualified">
    <xsd:import namespace="http://schemas.microsoft.com/office/2006/documentManagement/types"/>
    <xsd:import namespace="http://schemas.microsoft.com/office/infopath/2007/PartnerControls"/>
    <xsd:element name="SharedWithUsers" ma:index="16"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Freigegeben für - Details" ma:internalName="SharedWithDetails" ma:readOnly="true">
      <xsd:simpleType>
        <xsd:restriction base="dms:Note">
          <xsd:maxLength value="255"/>
        </xsd:restriction>
      </xsd:simpleType>
    </xsd:element>
    <xsd:element name="SharingHintHash" ma:index="18" nillable="true" ma:displayName="Freigabehinweis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3e5e162a-5953-4fde-83b3-9639e6ab13bb" xsi:nil="true"/>
  </documentManagement>
</p:properties>
</file>

<file path=customXml/itemProps1.xml><?xml version="1.0" encoding="utf-8"?>
<ds:datastoreItem xmlns:ds="http://schemas.openxmlformats.org/officeDocument/2006/customXml" ds:itemID="{9104BBC9-6B71-4DC1-A0E0-1E198363AC7F}">
  <ds:schemaRefs>
    <ds:schemaRef ds:uri="http://schemas.microsoft.com/sharepoint/v3/contenttype/forms"/>
  </ds:schemaRefs>
</ds:datastoreItem>
</file>

<file path=customXml/itemProps2.xml><?xml version="1.0" encoding="utf-8"?>
<ds:datastoreItem xmlns:ds="http://schemas.openxmlformats.org/officeDocument/2006/customXml" ds:itemID="{F4805544-B524-4E4A-B7C1-6ABFC59992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e5e162a-5953-4fde-83b3-9639e6ab13bb"/>
    <ds:schemaRef ds:uri="266fa233-377d-43d6-82a1-e70154e55f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D7021EF-4D3D-4708-92FB-F2CD02CEF7A1}">
  <ds:schemaRefs>
    <ds:schemaRef ds:uri="http://purl.org/dc/elements/1.1/"/>
    <ds:schemaRef ds:uri="3e5e162a-5953-4fde-83b3-9639e6ab13bb"/>
    <ds:schemaRef ds:uri="266fa233-377d-43d6-82a1-e70154e55ff7"/>
    <ds:schemaRef ds:uri="http://purl.org/dc/terms/"/>
    <ds:schemaRef ds:uri="http://purl.org/dc/dcmitype/"/>
    <ds:schemaRef ds:uri="http://schemas.microsoft.com/office/infopath/2007/PartnerControls"/>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2e1fccfb-80ca-4fe1-a574-1516544edb53}" enabled="1" method="Standard" siteId="{364e5b87-c1c7-420d-9bee-c35d19b557a1}" removed="0"/>
  <clbl:label id="{92e84ceb-fbfd-47ab-be52-080c6b87953f}" enabled="0" method="" siteId="{92e84ceb-fbfd-47ab-be52-080c6b87953f}" removed="1"/>
</clbl:labelList>
</file>

<file path=docProps/app.xml><?xml version="1.0" encoding="utf-8"?>
<Properties xmlns="http://schemas.openxmlformats.org/officeDocument/2006/extended-properties" xmlns:vt="http://schemas.openxmlformats.org/officeDocument/2006/docPropsVTypes">
  <TotalTime>0</TotalTime>
  <Words>1661</Words>
  <Application>Microsoft Office PowerPoint</Application>
  <PresentationFormat>On-screen Show (16:9)</PresentationFormat>
  <Paragraphs>109</Paragraphs>
  <Slides>16</Slides>
  <Notes>15</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16</vt:i4>
      </vt:variant>
    </vt:vector>
  </HeadingPairs>
  <TitlesOfParts>
    <vt:vector size="26" baseType="lpstr">
      <vt:lpstr>Open Sans SemiBold</vt:lpstr>
      <vt:lpstr>Arial</vt:lpstr>
      <vt:lpstr>Open Sans Medium</vt:lpstr>
      <vt:lpstr>Roboto</vt:lpstr>
      <vt:lpstr>Inter</vt:lpstr>
      <vt:lpstr>Open Sans</vt:lpstr>
      <vt:lpstr>Montserrat</vt:lpstr>
      <vt:lpstr>Material</vt:lpstr>
      <vt:lpstr>IETF Template</vt:lpstr>
      <vt:lpstr>1_IETF Template</vt:lpstr>
      <vt:lpstr>IETF 125 BMWG &amp; IPPM</vt:lpstr>
      <vt:lpstr>Note Well</vt:lpstr>
      <vt:lpstr>Note Really Well</vt:lpstr>
      <vt:lpstr>IETF 125 Meeting Tips</vt:lpstr>
      <vt:lpstr>Joint BMWG and IPPM Meeting</vt:lpstr>
      <vt:lpstr>BMWG charter</vt:lpstr>
      <vt:lpstr>IPPM charter</vt:lpstr>
      <vt:lpstr>Notetaker</vt:lpstr>
      <vt:lpstr>Agenda – Working Group Documents</vt:lpstr>
      <vt:lpstr>Agenda – Proposed Work</vt:lpstr>
      <vt:lpstr>Joint Session Feedback</vt:lpstr>
      <vt:lpstr>draft-song-mpls-on-path-telemetry-flag MPLS/IPPM/BMWG Joint Adoption Call</vt:lpstr>
      <vt:lpstr>BMWG Document Updates Since IETF 124</vt:lpstr>
      <vt:lpstr>draft-ietf-bmwg-sr-bench-meth: Recap</vt:lpstr>
      <vt:lpstr>IPPM Document Updates Since IETF 124</vt:lpstr>
      <vt:lpstr>Resources for IETF 125 Shenzhen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IETF 123 BMWG &amp; IPPM</dc:title>
  <dc:creator>Graf Thomas, INI-NET-VNC-E2E</dc:creator>
  <cp:lastModifiedBy>Graf Thomas, SCS-INI-NET-VNC-E2E</cp:lastModifiedBy>
  <cp:revision>30</cp:revision>
  <dcterms:modified xsi:type="dcterms:W3CDTF">2026-03-17T03:54:54Z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0x01010028792A905D4FBE4781303B372FFF56B7</vt:lpwstr>
  </property>
  <property fmtid="{D5CDD505-2E9C-101B-9397-08002B2CF9AE}" pid="3" name="_readonly">
    <vt:lpwstr/>
  </property>
  <property fmtid="{D5CDD505-2E9C-101B-9397-08002B2CF9AE}" pid="4" name="_change">
    <vt:lpwstr/>
  </property>
  <property fmtid="{D5CDD505-2E9C-101B-9397-08002B2CF9AE}" pid="5" name="_full-control">
    <vt:lpwstr/>
  </property>
  <property fmtid="{D5CDD505-2E9C-101B-9397-08002B2CF9AE}" pid="6" name="sflag">
    <vt:lpwstr>1773045390</vt:lpwstr>
  </property>
</Properties>
</file>