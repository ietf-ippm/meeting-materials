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E06E0-1368-4F97-9A81-603F247C53FC}" v="18" dt="2026-03-08T10:20:07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86438" autoAdjust="0"/>
  </p:normalViewPr>
  <p:slideViewPr>
    <p:cSldViewPr snapToGrid="0">
      <p:cViewPr varScale="1">
        <p:scale>
          <a:sx n="82" d="100"/>
          <a:sy n="82" d="100"/>
        </p:scale>
        <p:origin x="61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CA43D1E4-74F3-4442-A00E-946051554002}"/>
    <pc:docChg chg="custSel modSld">
      <pc:chgData name="BOUCADAIR Mohamed INNOV/NET" userId="2acbca90-6db1-4111-98c4-832797dda751" providerId="ADAL" clId="{CA43D1E4-74F3-4442-A00E-946051554002}" dt="2025-10-21T09:19:00.166" v="45" actId="5793"/>
      <pc:docMkLst>
        <pc:docMk/>
      </pc:docMkLst>
      <pc:sldChg chg="modSp mod">
        <pc:chgData name="BOUCADAIR Mohamed INNOV/NET" userId="2acbca90-6db1-4111-98c4-832797dda751" providerId="ADAL" clId="{CA43D1E4-74F3-4442-A00E-946051554002}" dt="2025-10-21T09:19:00.166" v="45" actId="5793"/>
        <pc:sldMkLst>
          <pc:docMk/>
          <pc:sldMk cId="132822887" sldId="257"/>
        </pc:sldMkLst>
      </pc:sldChg>
    </pc:docChg>
  </pc:docChgLst>
  <pc:docChgLst>
    <pc:chgData name="BOUCADAIR Mohamed INNOV/NET" userId="2acbca90-6db1-4111-98c4-832797dda751" providerId="ADAL" clId="{A64BD271-A47C-4266-84F7-4325E25623CE}"/>
    <pc:docChg chg="custSel modSld">
      <pc:chgData name="BOUCADAIR Mohamed INNOV/NET" userId="2acbca90-6db1-4111-98c4-832797dda751" providerId="ADAL" clId="{A64BD271-A47C-4266-84F7-4325E25623CE}" dt="2026-02-27T14:55:56.960" v="2" actId="20577"/>
      <pc:docMkLst>
        <pc:docMk/>
      </pc:docMkLst>
      <pc:sldChg chg="modSp mod">
        <pc:chgData name="BOUCADAIR Mohamed INNOV/NET" userId="2acbca90-6db1-4111-98c4-832797dda751" providerId="ADAL" clId="{A64BD271-A47C-4266-84F7-4325E25623CE}" dt="2026-02-27T14:55:56.960" v="2" actId="20577"/>
        <pc:sldMkLst>
          <pc:docMk/>
          <pc:sldMk cId="132822887" sldId="257"/>
        </pc:sldMkLst>
        <pc:spChg chg="mod">
          <ac:chgData name="BOUCADAIR Mohamed INNOV/NET" userId="2acbca90-6db1-4111-98c4-832797dda751" providerId="ADAL" clId="{A64BD271-A47C-4266-84F7-4325E25623CE}" dt="2026-02-27T14:55:49.918" v="1" actId="20577"/>
          <ac:spMkLst>
            <pc:docMk/>
            <pc:sldMk cId="132822887" sldId="257"/>
            <ac:spMk id="3" creationId="{5082E14F-0499-0D67-CCEB-98C164D73BB5}"/>
          </ac:spMkLst>
        </pc:spChg>
        <pc:spChg chg="mod">
          <ac:chgData name="BOUCADAIR Mohamed INNOV/NET" userId="2acbca90-6db1-4111-98c4-832797dda751" providerId="ADAL" clId="{A64BD271-A47C-4266-84F7-4325E25623CE}" dt="2026-02-27T14:55:56.960" v="2" actId="20577"/>
          <ac:spMkLst>
            <pc:docMk/>
            <pc:sldMk cId="132822887" sldId="257"/>
            <ac:spMk id="5" creationId="{CBE55EBD-1B16-433A-2B82-E65DC5EA1A56}"/>
          </ac:spMkLst>
        </pc:spChg>
      </pc:sldChg>
    </pc:docChg>
  </pc:docChgLst>
  <pc:docChgLst>
    <pc:chgData name="Graf Thomas, SCS-INI-NET-VNC-E2E" userId="487bc3e3-9ce7-4cdd-b7b4-8899ea88d289" providerId="ADAL" clId="{ADEEF08A-D719-4B50-A383-4105EDA2C206}"/>
    <pc:docChg chg="undo custSel modSld">
      <pc:chgData name="Graf Thomas, SCS-INI-NET-VNC-E2E" userId="487bc3e3-9ce7-4cdd-b7b4-8899ea88d289" providerId="ADAL" clId="{ADEEF08A-D719-4B50-A383-4105EDA2C206}" dt="2026-03-08T10:33:29.740" v="1167" actId="20577"/>
      <pc:docMkLst>
        <pc:docMk/>
      </pc:docMkLst>
      <pc:sldChg chg="modSp mod">
        <pc:chgData name="Graf Thomas, SCS-INI-NET-VNC-E2E" userId="487bc3e3-9ce7-4cdd-b7b4-8899ea88d289" providerId="ADAL" clId="{ADEEF08A-D719-4B50-A383-4105EDA2C206}" dt="2026-03-08T10:33:29.740" v="1167" actId="20577"/>
        <pc:sldMkLst>
          <pc:docMk/>
          <pc:sldMk cId="132822887" sldId="257"/>
        </pc:sldMkLst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2" creationId="{6841F4A8-32C7-087F-ADC5-EC992FA45176}"/>
          </ac:spMkLst>
        </pc:spChg>
        <pc:spChg chg="mod">
          <ac:chgData name="Graf Thomas, SCS-INI-NET-VNC-E2E" userId="487bc3e3-9ce7-4cdd-b7b4-8899ea88d289" providerId="ADAL" clId="{ADEEF08A-D719-4B50-A383-4105EDA2C206}" dt="2026-03-08T10:33:29.740" v="1167" actId="20577"/>
          <ac:spMkLst>
            <pc:docMk/>
            <pc:sldMk cId="132822887" sldId="257"/>
            <ac:spMk id="3" creationId="{5082E14F-0499-0D67-CCEB-98C164D73BB5}"/>
          </ac:spMkLst>
        </pc:spChg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5" creationId="{CBE55EBD-1B16-433A-2B82-E65DC5EA1A56}"/>
          </ac:spMkLst>
        </pc:spChg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6" creationId="{B956CA9C-7437-7A9E-8A7D-F2499DC18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13BE-9644-4EB0-A6C4-0B9517916EF9}" type="datetimeFigureOut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37D-BF49-4E40-8231-8F5CF7906328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8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80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CF847-9D6D-1DA0-A5D8-10C6F99F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E2D889-B679-C0E0-AF90-00847D55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BC217-0853-988C-FDAA-D3D44FDE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2D09-215D-4610-87DE-176F93FAFFF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B9BC2-D238-88DD-9EC0-B9544C1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33819-67B3-07B3-1523-2FDD5F7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4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22CD3-133E-B112-BF71-A52EEFF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329F-ABC8-B742-850F-B821461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809C6-D516-E9D3-1853-8DF9EE1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CCCC-DFCC-4756-9119-F1F4182DEE79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A5374-A1CB-7F2D-630E-3CE477F1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9D3C9-5AC6-A267-D2A8-147DD07F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8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4B3A-99CF-3292-EF24-B415601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4CFD4F-1FE4-9AB0-6818-AE798900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FF20-16E1-4CE9-9DF6-42536FD7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A53-6888-4012-9540-B1A2D306F057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6DBA-D7F9-8BF5-1CCE-88F8067E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B1FC-9E8E-3A5F-8BD3-CF8810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9B6BF-3982-3762-9481-6C29B49C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F4F63-B247-A47A-562F-CBB6CD22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090F6E-8F2C-136E-D160-F5B938BF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9BC5D7-8D22-C40E-6E22-C3F4D86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2EA3-61AF-4B68-96B7-FD0EF5B6D1CF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DBC7F-78FE-5B6D-D02D-CEF1A40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0BB8DE-8B44-D99B-FBF7-DA27824F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13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6B1E6-4068-A95F-7719-38EC3A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87445-2DE4-F4CE-E569-AC5057CC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34C-61CD-CEB6-F147-DAC205FB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E34D6D-C220-F3E6-3091-46241BBC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E7FF3C-9359-771A-295E-86F6759EB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F17CA6-89AB-77B2-6DA8-B396A127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3E34-6190-4D3B-AA13-9C745685F55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D1F000-9C5C-6D16-E94D-C958E62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443E45-4770-0B98-DF1F-38A3BD2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80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DE97B-900A-7B90-D568-38DD538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35EA8-361B-A149-AD65-5D72A05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672A-08CA-4958-B194-97B82EC017A1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43E95-0F3B-7AA1-7348-7F0BF01F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A3F42-923F-BD08-4393-18B0172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7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EB279A-F3CD-33D3-EA27-016F268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3D01-0A26-4955-A3B9-82886643D6B4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1FAC42-A37D-775D-B2C7-4761A68D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5BD1F-18D9-C57E-DB0C-EEB39D11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09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E9BA2-99B5-84A9-1761-D615F942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BCA8D-6065-496B-1D95-55D20C15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20A9BB-5962-0C2B-0A47-44B2AE271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F688F2-7FF1-1A25-3029-1887998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2D0-68E8-43E1-BC8F-2FA077EAE1FE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19BBF-6719-C327-AFE7-CB99673A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FE7842-F323-78D6-AFEC-CC52714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50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6DC9D-B62D-358B-1D1E-107CF87D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609BC4-BB25-4E0C-148E-65DA0EEA2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A923F-5B8A-443B-B290-50E4E17B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42D6D-9BE2-2E42-A82C-67D26062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52CE-85DA-4448-A952-A5096EB6C4C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65D3CB-CE39-EAEA-B52B-9F8F6B4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FD9C42-1A07-3665-5E46-E085C76A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8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5D150-95DB-AF11-B4EA-7431A0FD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9620BD-22BF-B48F-EAD1-B0A61674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FA904-3D88-EF8B-65F3-823E378A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B3DBA-070E-4070-BF49-61ED05E982A8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440F60-F7FC-C7FB-988B-A45ED52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51192-4578-D6B0-F723-66B25E2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5F695-1EEF-BB93-585A-ECE8AF187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7F644B-2AA7-C062-BEF5-2B63F970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F99E4-CBD7-2C3C-FCD6-2CAA4A5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926C-C024-4DC6-8C34-EC76F14394CD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E78E49-A527-D9C9-9C4D-FE91DDB0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96A4-0850-DBB6-808C-4E85BBA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86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08114-F54D-703B-5897-9BACC3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13AA-1932-60F0-4C8F-B68D24CD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A9375-7A6F-1C85-FF40-9BEDD29E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12E7-EB8B-4390-BCC3-B52E854F5AF2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2D9DD-0A78-B010-8346-AA4E5435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7BE1D-05FA-B80C-CACD-8873DE42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69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IP Performance Measurement (IPPM) and Benchmarking Methodology (BMWG)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2734"/>
            <a:ext cx="10515600" cy="4303616"/>
          </a:xfrm>
        </p:spPr>
        <p:txBody>
          <a:bodyPr numCol="2">
            <a:normAutofit fontScale="70000" lnSpcReduction="20000"/>
          </a:bodyPr>
          <a:lstStyle/>
          <a:p>
            <a:r>
              <a:rPr lang="en-US" b="1" noProof="0" dirty="0"/>
              <a:t>Current WG Hot Topics/Main Issues</a:t>
            </a:r>
          </a:p>
          <a:p>
            <a:pPr lvl="1"/>
            <a:r>
              <a:rPr lang="en-US" sz="2500" noProof="0" dirty="0"/>
              <a:t>Agenda is mainly driven by benchmarking, IOAM and STAMP related documents. </a:t>
            </a:r>
          </a:p>
          <a:p>
            <a:pPr lvl="1"/>
            <a:r>
              <a:rPr lang="en-US" sz="2500" noProof="0" dirty="0"/>
              <a:t>draft-</a:t>
            </a:r>
            <a:r>
              <a:rPr lang="en-US" sz="2500" noProof="0" dirty="0" err="1"/>
              <a:t>ietf</a:t>
            </a:r>
            <a:r>
              <a:rPr lang="en-US" sz="2500" noProof="0" dirty="0"/>
              <a:t>-ippm-</a:t>
            </a:r>
            <a:r>
              <a:rPr lang="en-US" sz="2500" noProof="0" dirty="0" err="1"/>
              <a:t>ioam</a:t>
            </a:r>
            <a:r>
              <a:rPr lang="en-US" sz="2500" noProof="0" dirty="0"/>
              <a:t>-data-integrity passed, and draft-</a:t>
            </a:r>
            <a:r>
              <a:rPr lang="en-US" sz="2500" noProof="0" dirty="0" err="1"/>
              <a:t>ietf</a:t>
            </a:r>
            <a:r>
              <a:rPr lang="en-US" sz="2500" noProof="0" dirty="0"/>
              <a:t>-ippm-</a:t>
            </a:r>
            <a:r>
              <a:rPr lang="en-US" sz="2500" noProof="0" dirty="0" err="1"/>
              <a:t>ioam</a:t>
            </a:r>
            <a:r>
              <a:rPr lang="en-US" sz="2500" noProof="0" dirty="0"/>
              <a:t>-integrity-yang will end working group call end of this week so that both can be passed jointly to IESG.</a:t>
            </a:r>
          </a:p>
          <a:p>
            <a:pPr lvl="1"/>
            <a:r>
              <a:rPr lang="en-US" sz="2500" noProof="0" dirty="0"/>
              <a:t>draft-</a:t>
            </a:r>
            <a:r>
              <a:rPr lang="en-US" sz="2500" noProof="0" dirty="0" err="1"/>
              <a:t>ietf</a:t>
            </a:r>
            <a:r>
              <a:rPr lang="en-US" sz="2500" noProof="0" dirty="0"/>
              <a:t>-ippm-stamp-</a:t>
            </a:r>
            <a:r>
              <a:rPr lang="en-US" sz="2500" noProof="0" dirty="0" err="1"/>
              <a:t>ext</a:t>
            </a:r>
            <a:r>
              <a:rPr lang="en-US" sz="2500" noProof="0" dirty="0"/>
              <a:t>-</a:t>
            </a:r>
            <a:r>
              <a:rPr lang="en-US" sz="2500" noProof="0" dirty="0" err="1"/>
              <a:t>hdr</a:t>
            </a:r>
            <a:r>
              <a:rPr lang="en-US" sz="2500" noProof="0" dirty="0"/>
              <a:t> proposing an extension to support IP packet header reflection used by IOAM were draft-</a:t>
            </a:r>
            <a:r>
              <a:rPr lang="en-US" sz="2500" noProof="0" dirty="0" err="1"/>
              <a:t>ietf</a:t>
            </a:r>
            <a:r>
              <a:rPr lang="en-US" sz="2500" noProof="0" dirty="0"/>
              <a:t>-ippm-stamp-cos-</a:t>
            </a:r>
            <a:r>
              <a:rPr lang="en-US" sz="2500" noProof="0" dirty="0" err="1"/>
              <a:t>ecn</a:t>
            </a:r>
            <a:r>
              <a:rPr lang="en-US" sz="2500" noProof="0" dirty="0"/>
              <a:t> proposes to extend COS TLV to support ECN.</a:t>
            </a:r>
          </a:p>
          <a:p>
            <a:pPr lvl="1"/>
            <a:r>
              <a:rPr lang="en-US" sz="2500" noProof="0" dirty="0"/>
              <a:t>MPLS, IPPM and BMWG joint adoption call on draft-song-</a:t>
            </a:r>
            <a:r>
              <a:rPr lang="en-US" sz="2500" noProof="0" dirty="0" err="1"/>
              <a:t>mpls</a:t>
            </a:r>
            <a:r>
              <a:rPr lang="en-US" sz="2500" noProof="0" dirty="0"/>
              <a:t>-on-path-telemetry-flag. Proposes MPLS Network Actions (MNA) flag to support OAM in MPLS networks.</a:t>
            </a:r>
          </a:p>
          <a:p>
            <a:pPr lvl="1"/>
            <a:r>
              <a:rPr lang="en-US" sz="2600" noProof="0" dirty="0"/>
              <a:t>Several AI fabric benchmarking documents has been newly proposed at IETF </a:t>
            </a:r>
            <a:r>
              <a:rPr lang="en-US" sz="2600" noProof="0"/>
              <a:t>125.</a:t>
            </a:r>
          </a:p>
          <a:p>
            <a:pPr marL="457200" lvl="1" indent="0">
              <a:buNone/>
            </a:pPr>
            <a:endParaRPr lang="en-US" sz="2600" noProof="0"/>
          </a:p>
          <a:p>
            <a:r>
              <a:rPr lang="en-US" b="1" noProof="0"/>
              <a:t>Main </a:t>
            </a:r>
            <a:r>
              <a:rPr lang="en-US" b="1" noProof="0" dirty="0"/>
              <a:t>Achievements Since IETF#124</a:t>
            </a:r>
          </a:p>
          <a:p>
            <a:pPr lvl="1"/>
            <a:r>
              <a:rPr lang="en-US" noProof="0" dirty="0"/>
              <a:t>draft-</a:t>
            </a:r>
            <a:r>
              <a:rPr lang="en-US" noProof="0" dirty="0" err="1"/>
              <a:t>ietf</a:t>
            </a:r>
            <a:r>
              <a:rPr lang="en-US" noProof="0" dirty="0"/>
              <a:t>-ippm-asymmetrical-pkts and draft-</a:t>
            </a:r>
            <a:r>
              <a:rPr lang="en-US" noProof="0" dirty="0" err="1"/>
              <a:t>ietf</a:t>
            </a:r>
            <a:r>
              <a:rPr lang="en-US" noProof="0" dirty="0"/>
              <a:t>-ippm-</a:t>
            </a:r>
            <a:r>
              <a:rPr lang="en-US" noProof="0" dirty="0" err="1"/>
              <a:t>qoo</a:t>
            </a:r>
            <a:r>
              <a:rPr lang="en-US" noProof="0" dirty="0"/>
              <a:t> received good feedback from IESG. Once open discuss are addressed, they are ready for IESG last call.</a:t>
            </a:r>
          </a:p>
          <a:p>
            <a:pPr lvl="1"/>
            <a:r>
              <a:rPr lang="en-US" noProof="0" dirty="0"/>
              <a:t>draft-</a:t>
            </a:r>
            <a:r>
              <a:rPr lang="en-US" noProof="0" dirty="0" err="1"/>
              <a:t>ietf</a:t>
            </a:r>
            <a:r>
              <a:rPr lang="en-US" noProof="0" dirty="0"/>
              <a:t>-bmwg-network-tester-</a:t>
            </a:r>
            <a:r>
              <a:rPr lang="en-US" noProof="0" dirty="0" err="1"/>
              <a:t>cfg</a:t>
            </a:r>
            <a:r>
              <a:rPr lang="en-US" noProof="0" dirty="0"/>
              <a:t> and draft-</a:t>
            </a:r>
            <a:r>
              <a:rPr lang="en-US" noProof="0" dirty="0" err="1"/>
              <a:t>ietf</a:t>
            </a:r>
            <a:r>
              <a:rPr lang="en-US" noProof="0" dirty="0"/>
              <a:t>-bmwg-</a:t>
            </a:r>
            <a:r>
              <a:rPr lang="en-US" noProof="0" dirty="0" err="1"/>
              <a:t>sr</a:t>
            </a:r>
            <a:r>
              <a:rPr lang="en-US" noProof="0" dirty="0"/>
              <a:t>-bench-meth passed both working group last call and require updates before shepherd review.</a:t>
            </a:r>
          </a:p>
          <a:p>
            <a:pPr lvl="1"/>
            <a:r>
              <a:rPr lang="en-US" noProof="0" dirty="0"/>
              <a:t>Joint IPPM/BMWG sessions working well. Feared congestion has been avoided at IETF 125. We continue the experiment.</a:t>
            </a:r>
          </a:p>
          <a:p>
            <a:r>
              <a:rPr lang="en-US" b="1" noProof="0" dirty="0"/>
              <a:t>Admin Changes Since IETF#124</a:t>
            </a:r>
          </a:p>
          <a:p>
            <a:pPr lvl="1"/>
            <a:r>
              <a:rPr lang="en-US" noProof="0" dirty="0"/>
              <a:t>Charter Update: No, work started on a joint charter proposal</a:t>
            </a:r>
            <a:endParaRPr lang="en-US" b="1" noProof="0" dirty="0"/>
          </a:p>
          <a:p>
            <a:pPr lvl="1"/>
            <a:r>
              <a:rPr lang="en-US" noProof="0" dirty="0"/>
              <a:t>Leadership Update: No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noProof="0" dirty="0" err="1"/>
              <a:t>Perfmetrdir</a:t>
            </a:r>
            <a:r>
              <a:rPr lang="en-US" sz="2800" b="1" noProof="0" dirty="0"/>
              <a:t> Updates Since IETF#124</a:t>
            </a:r>
          </a:p>
          <a:p>
            <a:pPr lvl="1"/>
            <a:r>
              <a:rPr lang="en-US" sz="2500" noProof="0" dirty="0"/>
              <a:t>none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State of the OPSAREA Nation (IETF#125)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822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IP Performance Measurement (IPPM) and Benchmarking Methodology (BMWG)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BOUCADAIR Mohamed INNOV/NET</dc:creator>
  <cp:lastModifiedBy>Graf Thomas, SCS-INI-NET-VNC-E2E</cp:lastModifiedBy>
  <cp:revision>2</cp:revision>
  <dcterms:created xsi:type="dcterms:W3CDTF">2025-06-10T08:42:21Z</dcterms:created>
  <dcterms:modified xsi:type="dcterms:W3CDTF">2026-03-08T10:33:30Z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2025-07-09T17:55:35Z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a1425b22-715d-4ed7-90cb-c133718547d3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</Properties>
</file>