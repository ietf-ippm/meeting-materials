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CE06E0-1368-4F97-9A81-603F247C53FC}" v="18" dt="2026-03-08T10:20:07.9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9" autoAdjust="0"/>
    <p:restoredTop sz="86438" autoAdjust="0"/>
  </p:normalViewPr>
  <p:slideViewPr>
    <p:cSldViewPr snapToGrid="0">
      <p:cViewPr varScale="1">
        <p:scale>
          <a:sx n="92" d="100"/>
          <a:sy n="92" d="100"/>
        </p:scale>
        <p:origin x="235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CADAIR Mohamed INNOV/NET" userId="2acbca90-6db1-4111-98c4-832797dda751" providerId="ADAL" clId="{CA43D1E4-74F3-4442-A00E-946051554002}"/>
    <pc:docChg chg="custSel modSld">
      <pc:chgData name="BOUCADAIR Mohamed INNOV/NET" userId="2acbca90-6db1-4111-98c4-832797dda751" providerId="ADAL" clId="{CA43D1E4-74F3-4442-A00E-946051554002}" dt="2025-10-21T09:19:00.166" v="45" actId="5793"/>
      <pc:docMkLst>
        <pc:docMk/>
      </pc:docMkLst>
      <pc:sldChg chg="modSp mod">
        <pc:chgData name="BOUCADAIR Mohamed INNOV/NET" userId="2acbca90-6db1-4111-98c4-832797dda751" providerId="ADAL" clId="{CA43D1E4-74F3-4442-A00E-946051554002}" dt="2025-10-21T09:19:00.166" v="45" actId="5793"/>
        <pc:sldMkLst>
          <pc:docMk/>
          <pc:sldMk cId="132822887" sldId="257"/>
        </pc:sldMkLst>
      </pc:sldChg>
    </pc:docChg>
  </pc:docChgLst>
  <pc:docChgLst>
    <pc:chgData name="Graf Thomas, SCS-INI-NET-VNC-E2E" userId="487bc3e3-9ce7-4cdd-b7b4-8899ea88d289" providerId="ADAL" clId="{ADEEF08A-D719-4B50-A383-4105EDA2C206}"/>
    <pc:docChg chg="undo custSel modSld">
      <pc:chgData name="Graf Thomas, SCS-INI-NET-VNC-E2E" userId="487bc3e3-9ce7-4cdd-b7b4-8899ea88d289" providerId="ADAL" clId="{ADEEF08A-D719-4B50-A383-4105EDA2C206}" dt="2026-03-08T10:33:29.740" v="1167" actId="20577"/>
      <pc:docMkLst>
        <pc:docMk/>
      </pc:docMkLst>
      <pc:sldChg chg="modSp mod">
        <pc:chgData name="Graf Thomas, SCS-INI-NET-VNC-E2E" userId="487bc3e3-9ce7-4cdd-b7b4-8899ea88d289" providerId="ADAL" clId="{ADEEF08A-D719-4B50-A383-4105EDA2C206}" dt="2026-03-08T10:33:29.740" v="1167" actId="20577"/>
        <pc:sldMkLst>
          <pc:docMk/>
          <pc:sldMk cId="132822887" sldId="257"/>
        </pc:sldMkLst>
        <pc:spChg chg="mod">
          <ac:chgData name="Graf Thomas, SCS-INI-NET-VNC-E2E" userId="487bc3e3-9ce7-4cdd-b7b4-8899ea88d289" providerId="ADAL" clId="{ADEEF08A-D719-4B50-A383-4105EDA2C206}" dt="2026-03-08T10:20:59.831" v="1096" actId="790"/>
          <ac:spMkLst>
            <pc:docMk/>
            <pc:sldMk cId="132822887" sldId="257"/>
            <ac:spMk id="2" creationId="{6841F4A8-32C7-087F-ADC5-EC992FA45176}"/>
          </ac:spMkLst>
        </pc:spChg>
        <pc:spChg chg="mod">
          <ac:chgData name="Graf Thomas, SCS-INI-NET-VNC-E2E" userId="487bc3e3-9ce7-4cdd-b7b4-8899ea88d289" providerId="ADAL" clId="{ADEEF08A-D719-4B50-A383-4105EDA2C206}" dt="2026-03-08T10:33:29.740" v="1167" actId="20577"/>
          <ac:spMkLst>
            <pc:docMk/>
            <pc:sldMk cId="132822887" sldId="257"/>
            <ac:spMk id="3" creationId="{5082E14F-0499-0D67-CCEB-98C164D73BB5}"/>
          </ac:spMkLst>
        </pc:spChg>
        <pc:spChg chg="mod">
          <ac:chgData name="Graf Thomas, SCS-INI-NET-VNC-E2E" userId="487bc3e3-9ce7-4cdd-b7b4-8899ea88d289" providerId="ADAL" clId="{ADEEF08A-D719-4B50-A383-4105EDA2C206}" dt="2026-03-08T10:20:59.831" v="1096" actId="790"/>
          <ac:spMkLst>
            <pc:docMk/>
            <pc:sldMk cId="132822887" sldId="257"/>
            <ac:spMk id="5" creationId="{CBE55EBD-1B16-433A-2B82-E65DC5EA1A56}"/>
          </ac:spMkLst>
        </pc:spChg>
        <pc:spChg chg="mod">
          <ac:chgData name="Graf Thomas, SCS-INI-NET-VNC-E2E" userId="487bc3e3-9ce7-4cdd-b7b4-8899ea88d289" providerId="ADAL" clId="{ADEEF08A-D719-4B50-A383-4105EDA2C206}" dt="2026-03-08T10:20:59.831" v="1096" actId="790"/>
          <ac:spMkLst>
            <pc:docMk/>
            <pc:sldMk cId="132822887" sldId="257"/>
            <ac:spMk id="6" creationId="{B956CA9C-7437-7A9E-8A7D-F2499DC181BA}"/>
          </ac:spMkLst>
        </pc:spChg>
      </pc:sldChg>
    </pc:docChg>
  </pc:docChgLst>
  <pc:docChgLst>
    <pc:chgData name="BOUCADAIR Mohamed INNOV/NET" userId="2acbca90-6db1-4111-98c4-832797dda751" providerId="ADAL" clId="{A64BD271-A47C-4266-84F7-4325E25623CE}"/>
    <pc:docChg chg="custSel modSld">
      <pc:chgData name="BOUCADAIR Mohamed INNOV/NET" userId="2acbca90-6db1-4111-98c4-832797dda751" providerId="ADAL" clId="{A64BD271-A47C-4266-84F7-4325E25623CE}" dt="2026-02-27T14:55:56.960" v="2" actId="20577"/>
      <pc:docMkLst>
        <pc:docMk/>
      </pc:docMkLst>
      <pc:sldChg chg="modSp mod">
        <pc:chgData name="BOUCADAIR Mohamed INNOV/NET" userId="2acbca90-6db1-4111-98c4-832797dda751" providerId="ADAL" clId="{A64BD271-A47C-4266-84F7-4325E25623CE}" dt="2026-02-27T14:55:56.960" v="2" actId="20577"/>
        <pc:sldMkLst>
          <pc:docMk/>
          <pc:sldMk cId="132822887" sldId="257"/>
        </pc:sldMkLst>
        <pc:spChg chg="mod">
          <ac:chgData name="BOUCADAIR Mohamed INNOV/NET" userId="2acbca90-6db1-4111-98c4-832797dda751" providerId="ADAL" clId="{A64BD271-A47C-4266-84F7-4325E25623CE}" dt="2026-02-27T14:55:49.918" v="1" actId="20577"/>
          <ac:spMkLst>
            <pc:docMk/>
            <pc:sldMk cId="132822887" sldId="257"/>
            <ac:spMk id="3" creationId="{5082E14F-0499-0D67-CCEB-98C164D73BB5}"/>
          </ac:spMkLst>
        </pc:spChg>
        <pc:spChg chg="mod">
          <ac:chgData name="BOUCADAIR Mohamed INNOV/NET" userId="2acbca90-6db1-4111-98c4-832797dda751" providerId="ADAL" clId="{A64BD271-A47C-4266-84F7-4325E25623CE}" dt="2026-02-27T14:55:56.960" v="2" actId="20577"/>
          <ac:spMkLst>
            <pc:docMk/>
            <pc:sldMk cId="132822887" sldId="257"/>
            <ac:spMk id="5" creationId="{CBE55EBD-1B16-433A-2B82-E65DC5EA1A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813BE-9644-4EB0-A6C4-0B9517916EF9}" type="datetimeFigureOut">
              <a:rPr lang="fr-FR" smtClean="0"/>
              <a:t>09/03/2026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3F37D-BF49-4E40-8231-8F5CF7906328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589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3F37D-BF49-4E40-8231-8F5CF7906328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9380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3F37D-BF49-4E40-8231-8F5CF7906328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9380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CF847-9D6D-1DA0-A5D8-10C6F99FD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E2D889-B679-C0E0-AF90-00847D55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0BC217-0853-988C-FDAA-D3D44FDE5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A2D09-215D-4610-87DE-176F93FAFFFB}" type="datetime1">
              <a:rPr lang="fr-FR" smtClean="0"/>
              <a:t>09/03/2026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1B9BC2-D238-88DD-9EC0-B9544C13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733819-67B3-07B3-1523-2FDD5F74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840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022CD3-133E-B112-BF71-A52EEFF1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1F329F-ABC8-B742-850F-B82146138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D809C6-D516-E9D3-1853-8DF9EE1F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ACCCC-DFCC-4756-9119-F1F4182DEE79}" type="datetime1">
              <a:rPr lang="fr-FR" smtClean="0"/>
              <a:t>09/03/2026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8A5374-A1CB-7F2D-630E-3CE477F1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59D3C9-5AC6-A267-D2A8-147DD07F2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88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64B3A-99CF-3292-EF24-B415601DC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4CFD4F-1FE4-9AB0-6818-AE7989008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53FF20-16E1-4CE9-9DF6-42536FD75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A53-6888-4012-9540-B1A2D306F057}" type="datetime1">
              <a:rPr lang="fr-FR" smtClean="0"/>
              <a:t>09/03/2026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B06DBA-D7F9-8BF5-1CCE-88F8067E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23B1FC-9E8E-3A5F-8BD3-CF8810F0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039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49B6BF-3982-3762-9481-6C29B49C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0F4F63-B247-A47A-562F-CBB6CD228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090F6E-8F2C-136E-D160-F5B938BF6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9BC5D7-8D22-C40E-6E22-C3F4D860C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12EA3-61AF-4B68-96B7-FD0EF5B6D1CF}" type="datetime1">
              <a:rPr lang="fr-FR" smtClean="0"/>
              <a:t>09/03/2026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5DBC7F-78FE-5B6D-D02D-CEF1A40C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0BB8DE-8B44-D99B-FBF7-DA27824F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313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E6B1E6-4068-A95F-7719-38EC3A9C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087445-2DE4-F4CE-E569-AC5057CC5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87634C-61CD-CEB6-F147-DAC205FB7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2E34D6D-C220-F3E6-3091-46241BBCB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CE7FF3C-9359-771A-295E-86F6759EB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1F17CA6-89AB-77B2-6DA8-B396A1274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F3E34-6190-4D3B-AA13-9C745685F55B}" type="datetime1">
              <a:rPr lang="fr-FR" smtClean="0"/>
              <a:t>09/03/2026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6D1F000-9C5C-6D16-E94D-C958E62F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2443E45-4770-0B98-DF1F-38A3BD2A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8042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DE97B-900A-7B90-D568-38DD53882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0C35EA8-361B-A149-AD65-5D72A051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672A-08CA-4958-B194-97B82EC017A1}" type="datetime1">
              <a:rPr lang="fr-FR" smtClean="0"/>
              <a:t>09/03/2026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C43E95-0F3B-7AA1-7348-7F0BF01F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AA3F42-923F-BD08-4393-18B0172B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875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2EB279A-F3CD-33D3-EA27-016F268A3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3D01-0A26-4955-A3B9-82886643D6B4}" type="datetime1">
              <a:rPr lang="fr-FR" smtClean="0"/>
              <a:t>09/03/2026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B1FAC42-A37D-775D-B2C7-4761A68DA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C5BD1F-18D9-C57E-DB0C-EEB39D11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909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E9BA2-99B5-84A9-1761-D615F942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6BCA8D-6065-496B-1D95-55D20C15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20A9BB-5962-0C2B-0A47-44B2AE271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F688F2-7FF1-1A25-3029-1887998D6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2D0-68E8-43E1-BC8F-2FA077EAE1FE}" type="datetime1">
              <a:rPr lang="fr-FR" smtClean="0"/>
              <a:t>09/03/2026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219BBF-6719-C327-AFE7-CB99673A7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FE7842-F323-78D6-AFEC-CC527142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504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F6DC9D-B62D-358B-1D1E-107CF87D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A609BC4-BB25-4E0C-148E-65DA0EEA28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9A923F-5B8A-443B-B290-50E4E17BA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F42D6D-9BE2-2E42-A82C-67D26062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52CE-85DA-4448-A952-A5096EB6C4CB}" type="datetime1">
              <a:rPr lang="fr-FR" smtClean="0"/>
              <a:t>09/03/2026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65D3CB-CE39-EAEA-B52B-9F8F6B4C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FD9C42-1A07-3665-5E46-E085C76A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684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A5D150-95DB-AF11-B4EA-7431A0FDB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9620BD-22BF-B48F-EAD1-B0A616745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BFA904-3D88-EF8B-65F3-823E378A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B3DBA-070E-4070-BF49-61ED05E982A8}" type="datetime1">
              <a:rPr lang="fr-FR" smtClean="0"/>
              <a:t>09/03/2026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440F60-F7FC-C7FB-988B-A45ED525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451192-4578-D6B0-F723-66B25E27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19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485F695-1EEF-BB93-585A-ECE8AF187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7F644B-2AA7-C062-BEF5-2B63F970D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CF99E4-CBD7-2C3C-FCD6-2CAA4A59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926C-C024-4DC6-8C34-EC76F14394CD}" type="datetime1">
              <a:rPr lang="fr-FR" smtClean="0"/>
              <a:t>09/03/2026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E78E49-A527-D9C9-9C4D-FE91DDB0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C996A4-0850-DBB6-808C-4E85BBA0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865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0908114-F54D-703B-5897-9BACC3FD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6813AA-1932-60F0-4C8F-B68D24CDB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2A9375-7A6F-1C85-FF40-9BEDD29E8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112E7-EB8B-4390-BCC3-B52E854F5AF2}" type="datetime1">
              <a:rPr lang="fr-FR" smtClean="0"/>
              <a:t>09/03/2026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B2D9DD-0A78-B010-8346-AA4E54353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07BE1D-05FA-B80C-CACD-8873DE425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869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1F4A8-32C7-087F-ADC5-EC992FA4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IP Performance Measurement (IPPM)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82E14F-0499-0D67-CCEB-98C164D73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2734"/>
            <a:ext cx="10515600" cy="4303616"/>
          </a:xfrm>
        </p:spPr>
        <p:txBody>
          <a:bodyPr numCol="2">
            <a:normAutofit fontScale="85000" lnSpcReduction="20000"/>
          </a:bodyPr>
          <a:lstStyle/>
          <a:p>
            <a:r>
              <a:rPr lang="en-US" b="1" noProof="0" dirty="0"/>
              <a:t>Current WG Hot Topics/Main Issues</a:t>
            </a:r>
          </a:p>
          <a:p>
            <a:pPr lvl="1"/>
            <a:r>
              <a:rPr lang="en-US" sz="2500" u="sng" noProof="0" dirty="0"/>
              <a:t>draft-</a:t>
            </a:r>
            <a:r>
              <a:rPr lang="en-US" sz="2500" u="sng" noProof="0" dirty="0" err="1"/>
              <a:t>ietf</a:t>
            </a:r>
            <a:r>
              <a:rPr lang="en-US" sz="2500" u="sng" noProof="0" dirty="0"/>
              <a:t>-ippm-</a:t>
            </a:r>
            <a:r>
              <a:rPr lang="en-US" sz="2500" u="sng" noProof="0" dirty="0" err="1"/>
              <a:t>ioam</a:t>
            </a:r>
            <a:r>
              <a:rPr lang="en-US" sz="2500" u="sng" noProof="0" dirty="0"/>
              <a:t>-data-integrity</a:t>
            </a:r>
            <a:r>
              <a:rPr lang="en-US" sz="2500" noProof="0" dirty="0"/>
              <a:t> passed, and </a:t>
            </a:r>
            <a:r>
              <a:rPr lang="en-US" sz="2500" u="sng" noProof="0" dirty="0"/>
              <a:t>draft-</a:t>
            </a:r>
            <a:r>
              <a:rPr lang="en-US" sz="2500" u="sng" noProof="0" dirty="0" err="1"/>
              <a:t>ietf</a:t>
            </a:r>
            <a:r>
              <a:rPr lang="en-US" sz="2500" u="sng" noProof="0" dirty="0"/>
              <a:t>-ippm-</a:t>
            </a:r>
            <a:r>
              <a:rPr lang="en-US" sz="2500" u="sng" noProof="0" dirty="0" err="1"/>
              <a:t>ioam</a:t>
            </a:r>
            <a:r>
              <a:rPr lang="en-US" sz="2500" u="sng" noProof="0" dirty="0"/>
              <a:t>-integrity-yang</a:t>
            </a:r>
            <a:r>
              <a:rPr lang="en-US" sz="2500" noProof="0" dirty="0"/>
              <a:t> will end working group call end of this week so that both can be passed jointly to IESG.</a:t>
            </a:r>
          </a:p>
          <a:p>
            <a:pPr lvl="1"/>
            <a:r>
              <a:rPr lang="en-US" sz="2500" u="sng" noProof="0" dirty="0"/>
              <a:t>draft-</a:t>
            </a:r>
            <a:r>
              <a:rPr lang="en-US" sz="2500" u="sng" noProof="0" dirty="0" err="1"/>
              <a:t>ietf</a:t>
            </a:r>
            <a:r>
              <a:rPr lang="en-US" sz="2500" u="sng" noProof="0" dirty="0"/>
              <a:t>-ippm-stamp-</a:t>
            </a:r>
            <a:r>
              <a:rPr lang="en-US" sz="2500" u="sng" noProof="0" dirty="0" err="1"/>
              <a:t>ext</a:t>
            </a:r>
            <a:r>
              <a:rPr lang="en-US" sz="2500" u="sng" noProof="0" dirty="0"/>
              <a:t>-</a:t>
            </a:r>
            <a:r>
              <a:rPr lang="en-US" sz="2500" u="sng" noProof="0" dirty="0" err="1"/>
              <a:t>hdr</a:t>
            </a:r>
            <a:r>
              <a:rPr lang="en-US" sz="2500" noProof="0" dirty="0"/>
              <a:t> proposing an extension to support IP packet header reflection used by IOAM were </a:t>
            </a:r>
            <a:r>
              <a:rPr lang="en-US" sz="2500" u="sng" noProof="0" dirty="0"/>
              <a:t>draft-</a:t>
            </a:r>
            <a:r>
              <a:rPr lang="en-US" sz="2500" u="sng" noProof="0" dirty="0" err="1"/>
              <a:t>ietf</a:t>
            </a:r>
            <a:r>
              <a:rPr lang="en-US" sz="2500" u="sng" noProof="0" dirty="0"/>
              <a:t>-ippm-stamp-cos-</a:t>
            </a:r>
            <a:r>
              <a:rPr lang="en-US" sz="2500" u="sng" noProof="0" dirty="0" err="1"/>
              <a:t>ecn</a:t>
            </a:r>
            <a:r>
              <a:rPr lang="en-US" sz="2500" noProof="0" dirty="0"/>
              <a:t> proposes to extend COS TLV to support ECN.</a:t>
            </a:r>
          </a:p>
          <a:p>
            <a:pPr lvl="1"/>
            <a:r>
              <a:rPr lang="en-US" sz="2500" noProof="0" dirty="0"/>
              <a:t>MPLS, IPPM and BMWG joint adoption call on draft-song-</a:t>
            </a:r>
            <a:r>
              <a:rPr lang="en-US" sz="2500" noProof="0" dirty="0" err="1"/>
              <a:t>mpls</a:t>
            </a:r>
            <a:r>
              <a:rPr lang="en-US" sz="2500" noProof="0" dirty="0"/>
              <a:t>-on-path-telemetry-flag. Proposes MPLS Network Actions (MNA) flag to support OAM in MPLS networks.</a:t>
            </a:r>
            <a:endParaRPr lang="en-US" sz="2600" noProof="0" dirty="0"/>
          </a:p>
          <a:p>
            <a:pPr marL="457200" lvl="1" indent="0">
              <a:buNone/>
            </a:pPr>
            <a:endParaRPr lang="en-US" sz="2600" noProof="0" dirty="0"/>
          </a:p>
          <a:p>
            <a:r>
              <a:rPr lang="en-US" b="1" noProof="0" dirty="0"/>
              <a:t>Main Achievements Since IETF#124</a:t>
            </a:r>
          </a:p>
          <a:p>
            <a:pPr lvl="1"/>
            <a:r>
              <a:rPr lang="en-US" u="sng" noProof="0" dirty="0"/>
              <a:t>draft-</a:t>
            </a:r>
            <a:r>
              <a:rPr lang="en-US" u="sng" noProof="0" dirty="0" err="1"/>
              <a:t>ietf</a:t>
            </a:r>
            <a:r>
              <a:rPr lang="en-US" u="sng" noProof="0" dirty="0"/>
              <a:t>-ippm-asymmetrical-pkts</a:t>
            </a:r>
            <a:r>
              <a:rPr lang="en-US" noProof="0" dirty="0"/>
              <a:t> and </a:t>
            </a:r>
            <a:r>
              <a:rPr lang="en-US" u="sng" noProof="0" dirty="0"/>
              <a:t>draft-</a:t>
            </a:r>
            <a:r>
              <a:rPr lang="en-US" u="sng" noProof="0" dirty="0" err="1"/>
              <a:t>ietf</a:t>
            </a:r>
            <a:r>
              <a:rPr lang="en-US" u="sng" noProof="0" dirty="0"/>
              <a:t>-ippm-</a:t>
            </a:r>
            <a:r>
              <a:rPr lang="en-US" u="sng" noProof="0" dirty="0" err="1"/>
              <a:t>qoo</a:t>
            </a:r>
            <a:r>
              <a:rPr lang="en-US" noProof="0" dirty="0"/>
              <a:t> received good feedback from IESG. Once open discuss are addressed, they are ready for IESG last call.</a:t>
            </a:r>
          </a:p>
          <a:p>
            <a:pPr lvl="1"/>
            <a:r>
              <a:rPr lang="en-US" noProof="0" dirty="0"/>
              <a:t>Joint IPPM/BMWG sessions working well. Feared congestion has been avoided at IETF 125. We continue the experiment.</a:t>
            </a:r>
          </a:p>
          <a:p>
            <a:r>
              <a:rPr lang="en-US" b="1" noProof="0" dirty="0"/>
              <a:t>Admin Changes Since IETF#124</a:t>
            </a:r>
          </a:p>
          <a:p>
            <a:pPr lvl="1"/>
            <a:r>
              <a:rPr lang="en-US" noProof="0" dirty="0"/>
              <a:t>Charter Update: No, work started on a joint charter proposal</a:t>
            </a:r>
            <a:endParaRPr lang="en-US" b="1" noProof="0" dirty="0"/>
          </a:p>
          <a:p>
            <a:pPr lvl="1"/>
            <a:r>
              <a:rPr lang="en-US" noProof="0" dirty="0"/>
              <a:t>Leadership Update: No</a:t>
            </a:r>
          </a:p>
          <a:p>
            <a:pPr marL="228600" lvl="1">
              <a:spcBef>
                <a:spcPts val="1000"/>
              </a:spcBef>
            </a:pPr>
            <a:r>
              <a:rPr lang="en-US" sz="2800" b="1" noProof="0" dirty="0" err="1"/>
              <a:t>Perfmetrdir</a:t>
            </a:r>
            <a:r>
              <a:rPr lang="en-US" sz="2800" b="1" noProof="0" dirty="0"/>
              <a:t> Updates Since IETF#124</a:t>
            </a:r>
          </a:p>
          <a:p>
            <a:pPr lvl="1"/>
            <a:r>
              <a:rPr lang="en-US" sz="2500" noProof="0" dirty="0"/>
              <a:t>none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E55EBD-1B16-433A-2B82-E65DC5EA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State of the OPSAREA Nation (IETF#125)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56CA9C-7437-7A9E-8A7D-F2499DC1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822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1F4A8-32C7-087F-ADC5-EC992FA4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Benchmarking Methodology Working Group (BMWG)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82E14F-0499-0D67-CCEB-98C164D73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332"/>
            <a:ext cx="10515600" cy="4729018"/>
          </a:xfrm>
        </p:spPr>
        <p:txBody>
          <a:bodyPr numCol="2">
            <a:normAutofit fontScale="92500" lnSpcReduction="20000"/>
          </a:bodyPr>
          <a:lstStyle/>
          <a:p>
            <a:r>
              <a:rPr lang="en-US" b="1" dirty="0"/>
              <a:t>Current WG Hot Topics/Main Issues</a:t>
            </a:r>
          </a:p>
          <a:p>
            <a:pPr lvl="1"/>
            <a:r>
              <a:rPr lang="en-US" dirty="0"/>
              <a:t>AI Network Fabrics (Training and Inference) Benchmarking and LLM serving Benchmarking</a:t>
            </a:r>
          </a:p>
          <a:p>
            <a:pPr lvl="1"/>
            <a:r>
              <a:rPr lang="en-US" dirty="0"/>
              <a:t>Benchmarking Methodology for technologies developed in other SDOs (e.g. VNFs) and IETF WGs: e.g. Segment Routing, CATS,…</a:t>
            </a:r>
          </a:p>
          <a:p>
            <a:pPr lvl="1"/>
            <a:r>
              <a:rPr lang="en-US" dirty="0"/>
              <a:t>Power Consumption Characterization for network devices</a:t>
            </a:r>
          </a:p>
          <a:p>
            <a:pPr lvl="1"/>
            <a:r>
              <a:rPr lang="en-US" dirty="0"/>
              <a:t>Discussion on revisiting BMWG RFCs to update RFC 2544</a:t>
            </a:r>
          </a:p>
          <a:p>
            <a:pPr lvl="1"/>
            <a:r>
              <a:rPr lang="en-US" dirty="0"/>
              <a:t>Rechartering to include new work on AI (either for a joint future with IPPM or separately)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Main Achievements Since IETF#124</a:t>
            </a:r>
          </a:p>
          <a:p>
            <a:pPr lvl="1"/>
            <a:r>
              <a:rPr lang="en-US" u="sng" dirty="0"/>
              <a:t>draft-</a:t>
            </a:r>
            <a:r>
              <a:rPr lang="en-US" u="sng" dirty="0" err="1"/>
              <a:t>ietf</a:t>
            </a:r>
            <a:r>
              <a:rPr lang="en-US" u="sng" dirty="0"/>
              <a:t>-bmwg-</a:t>
            </a:r>
            <a:r>
              <a:rPr lang="en-US" u="sng" dirty="0" err="1"/>
              <a:t>mlrsearch</a:t>
            </a:r>
            <a:r>
              <a:rPr lang="en-US" dirty="0"/>
              <a:t> in RFC Ed Queue</a:t>
            </a:r>
          </a:p>
          <a:p>
            <a:pPr lvl="1"/>
            <a:r>
              <a:rPr lang="en-US" u="sng" dirty="0"/>
              <a:t>draft-</a:t>
            </a:r>
            <a:r>
              <a:rPr lang="en-US" u="sng" dirty="0" err="1"/>
              <a:t>ietf</a:t>
            </a:r>
            <a:r>
              <a:rPr lang="en-US" u="sng" dirty="0"/>
              <a:t>-bmwg-network-tester-</a:t>
            </a:r>
            <a:r>
              <a:rPr lang="en-US" u="sng" dirty="0" err="1"/>
              <a:t>cfg</a:t>
            </a:r>
            <a:r>
              <a:rPr lang="en-US" dirty="0"/>
              <a:t> WGLC concluded: Revised I-D needed</a:t>
            </a:r>
          </a:p>
          <a:p>
            <a:pPr lvl="1"/>
            <a:r>
              <a:rPr lang="en-US" u="sng" dirty="0"/>
              <a:t>draft-</a:t>
            </a:r>
            <a:r>
              <a:rPr lang="en-US" u="sng" dirty="0" err="1"/>
              <a:t>ietf</a:t>
            </a:r>
            <a:r>
              <a:rPr lang="en-US" u="sng" dirty="0"/>
              <a:t>-bmwg-</a:t>
            </a:r>
            <a:r>
              <a:rPr lang="en-US" u="sng" dirty="0" err="1"/>
              <a:t>sr</a:t>
            </a:r>
            <a:r>
              <a:rPr lang="en-US" u="sng" dirty="0"/>
              <a:t>-bench-meth</a:t>
            </a:r>
            <a:r>
              <a:rPr lang="en-US" dirty="0"/>
              <a:t> WGLC concluded</a:t>
            </a:r>
          </a:p>
          <a:p>
            <a:pPr lvl="1"/>
            <a:r>
              <a:rPr lang="en-US" u="sng" dirty="0"/>
              <a:t>draft-</a:t>
            </a:r>
            <a:r>
              <a:rPr lang="en-US" u="sng" dirty="0" err="1"/>
              <a:t>ietf</a:t>
            </a:r>
            <a:r>
              <a:rPr lang="en-US" u="sng" dirty="0"/>
              <a:t>-bmwg-</a:t>
            </a:r>
            <a:r>
              <a:rPr lang="en-US" u="sng" dirty="0" err="1"/>
              <a:t>savnet</a:t>
            </a:r>
            <a:r>
              <a:rPr lang="en-US" u="sng" dirty="0"/>
              <a:t>-sav-benchmarking</a:t>
            </a:r>
            <a:r>
              <a:rPr lang="en-US" dirty="0"/>
              <a:t> adopted</a:t>
            </a:r>
          </a:p>
          <a:p>
            <a:pPr lvl="1"/>
            <a:r>
              <a:rPr lang="en-US" u="sng" dirty="0"/>
              <a:t>draft-</a:t>
            </a:r>
            <a:r>
              <a:rPr lang="en-US" u="sng" dirty="0" err="1"/>
              <a:t>ietf</a:t>
            </a:r>
            <a:r>
              <a:rPr lang="en-US" u="sng" dirty="0"/>
              <a:t>-bmwg-</a:t>
            </a:r>
            <a:r>
              <a:rPr lang="en-US" u="sng" dirty="0" err="1"/>
              <a:t>powerbench</a:t>
            </a:r>
            <a:r>
              <a:rPr lang="en-US" dirty="0"/>
              <a:t> adopted</a:t>
            </a:r>
          </a:p>
          <a:p>
            <a:r>
              <a:rPr lang="en-US" b="1" dirty="0"/>
              <a:t>Admin Changes Since IETF#124</a:t>
            </a:r>
          </a:p>
          <a:p>
            <a:pPr lvl="1"/>
            <a:r>
              <a:rPr lang="en-US" dirty="0"/>
              <a:t>Charter Update: No</a:t>
            </a:r>
            <a:endParaRPr lang="en-US" b="1" dirty="0"/>
          </a:p>
          <a:p>
            <a:pPr lvl="1"/>
            <a:r>
              <a:rPr lang="en-US" dirty="0"/>
              <a:t>Leadership Update: No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E55EBD-1B16-433A-2B82-E65DC5EA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 (IETF#125)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56CA9C-7437-7A9E-8A7D-F2499DC1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82153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removed="0"/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318</Words>
  <Application>Microsoft Office PowerPoint</Application>
  <PresentationFormat>Widescreen</PresentationFormat>
  <Paragraphs>37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IP Performance Measurement (IPPM)</vt:lpstr>
      <vt:lpstr>Benchmarking Methodology Working Group (BMWG)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 Performance Measurement (IPPM)</dc:title>
  <dc:creator>BOUCADAIR Mohamed INNOV/NET</dc:creator>
  <cp:lastModifiedBy>Giuseppe Fioccola</cp:lastModifiedBy>
  <cp:revision>4</cp:revision>
  <dcterms:created xsi:type="dcterms:W3CDTF">2025-06-10T08:42:21Z</dcterms:created>
  <dcterms:modified xsi:type="dcterms:W3CDTF">2026-03-09T08:48:28Z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2025-07-09T17:55:35Z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a1425b22-715d-4ed7-90cb-c133718547d3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50, 3, 0, 1</vt:lpwstr>
  </property>
  <property fmtid="{D5CDD505-2E9C-101B-9397-08002B2CF9AE}" pid="10" name="_readonly">
    <vt:lpwstr/>
  </property>
  <property fmtid="{D5CDD505-2E9C-101B-9397-08002B2CF9AE}" pid="11" name="_change">
    <vt:lpwstr/>
  </property>
  <property fmtid="{D5CDD505-2E9C-101B-9397-08002B2CF9AE}" pid="12" name="_full-control">
    <vt:lpwstr/>
  </property>
  <property fmtid="{D5CDD505-2E9C-101B-9397-08002B2CF9AE}" pid="13" name="sflag">
    <vt:lpwstr>1773045390</vt:lpwstr>
  </property>
</Properties>
</file>